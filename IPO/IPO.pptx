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85CF5-E560-4508-9D73-3B6ECFFE157D}" v="12" dt="2025-11-14T09:16:36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 de la Viuda Miralles" userId="18b33442-5e6c-4a89-8622-52a538952267" providerId="ADAL" clId="{6C59D108-1712-4D7D-AC66-F15F4D0B5F2D}"/>
    <pc:docChg chg="custSel addSld modSld">
      <pc:chgData name="Pol de la Viuda Miralles" userId="18b33442-5e6c-4a89-8622-52a538952267" providerId="ADAL" clId="{6C59D108-1712-4D7D-AC66-F15F4D0B5F2D}" dt="2025-11-17T21:06:53.252" v="183" actId="20577"/>
      <pc:docMkLst>
        <pc:docMk/>
      </pc:docMkLst>
      <pc:sldChg chg="modSp mod">
        <pc:chgData name="Pol de la Viuda Miralles" userId="18b33442-5e6c-4a89-8622-52a538952267" providerId="ADAL" clId="{6C59D108-1712-4D7D-AC66-F15F4D0B5F2D}" dt="2025-11-17T21:06:53.252" v="183" actId="20577"/>
        <pc:sldMkLst>
          <pc:docMk/>
          <pc:sldMk cId="200392755" sldId="256"/>
        </pc:sldMkLst>
        <pc:spChg chg="mod">
          <ac:chgData name="Pol de la Viuda Miralles" userId="18b33442-5e6c-4a89-8622-52a538952267" providerId="ADAL" clId="{6C59D108-1712-4D7D-AC66-F15F4D0B5F2D}" dt="2025-11-17T21:06:38.996" v="154" actId="20577"/>
          <ac:spMkLst>
            <pc:docMk/>
            <pc:sldMk cId="200392755" sldId="256"/>
            <ac:spMk id="2" creationId="{FA144D1E-0B70-E282-A6C5-04A34203AFF9}"/>
          </ac:spMkLst>
        </pc:spChg>
        <pc:spChg chg="mod">
          <ac:chgData name="Pol de la Viuda Miralles" userId="18b33442-5e6c-4a89-8622-52a538952267" providerId="ADAL" clId="{6C59D108-1712-4D7D-AC66-F15F4D0B5F2D}" dt="2025-11-17T21:06:53.252" v="183" actId="20577"/>
          <ac:spMkLst>
            <pc:docMk/>
            <pc:sldMk cId="200392755" sldId="256"/>
            <ac:spMk id="3" creationId="{9C31C3EA-B6F4-CCA0-8524-9CBB4E12EA45}"/>
          </ac:spMkLst>
        </pc:spChg>
      </pc:sldChg>
      <pc:sldChg chg="modSp mod">
        <pc:chgData name="Pol de la Viuda Miralles" userId="18b33442-5e6c-4a89-8622-52a538952267" providerId="ADAL" clId="{6C59D108-1712-4D7D-AC66-F15F4D0B5F2D}" dt="2025-11-17T21:06:16.894" v="125" actId="20577"/>
        <pc:sldMkLst>
          <pc:docMk/>
          <pc:sldMk cId="2501721037" sldId="257"/>
        </pc:sldMkLst>
        <pc:spChg chg="mod">
          <ac:chgData name="Pol de la Viuda Miralles" userId="18b33442-5e6c-4a89-8622-52a538952267" providerId="ADAL" clId="{6C59D108-1712-4D7D-AC66-F15F4D0B5F2D}" dt="2025-11-17T21:06:09.597" v="101" actId="20577"/>
          <ac:spMkLst>
            <pc:docMk/>
            <pc:sldMk cId="2501721037" sldId="257"/>
            <ac:spMk id="2" creationId="{BE01BBF4-1A91-5443-B0F0-964782683BF0}"/>
          </ac:spMkLst>
        </pc:spChg>
        <pc:spChg chg="mod">
          <ac:chgData name="Pol de la Viuda Miralles" userId="18b33442-5e6c-4a89-8622-52a538952267" providerId="ADAL" clId="{6C59D108-1712-4D7D-AC66-F15F4D0B5F2D}" dt="2025-11-17T21:06:16.894" v="125" actId="20577"/>
          <ac:spMkLst>
            <pc:docMk/>
            <pc:sldMk cId="2501721037" sldId="257"/>
            <ac:spMk id="3" creationId="{8CCF42EB-84AA-D2ED-4588-4F5023DF0920}"/>
          </ac:spMkLst>
        </pc:spChg>
      </pc:sldChg>
      <pc:sldChg chg="addSp modSp mod">
        <pc:chgData name="Pol de la Viuda Miralles" userId="18b33442-5e6c-4a89-8622-52a538952267" providerId="ADAL" clId="{6C59D108-1712-4D7D-AC66-F15F4D0B5F2D}" dt="2025-11-14T09:11:57.073" v="70"/>
        <pc:sldMkLst>
          <pc:docMk/>
          <pc:sldMk cId="3616544396" sldId="258"/>
        </pc:sldMkLst>
        <pc:spChg chg="mod">
          <ac:chgData name="Pol de la Viuda Miralles" userId="18b33442-5e6c-4a89-8622-52a538952267" providerId="ADAL" clId="{6C59D108-1712-4D7D-AC66-F15F4D0B5F2D}" dt="2025-11-14T09:08:10.857" v="50" actId="5793"/>
          <ac:spMkLst>
            <pc:docMk/>
            <pc:sldMk cId="3616544396" sldId="258"/>
            <ac:spMk id="3" creationId="{50906477-55DB-6CD5-EED8-27249C5F2B41}"/>
          </ac:spMkLst>
        </pc:spChg>
        <pc:spChg chg="add mod">
          <ac:chgData name="Pol de la Viuda Miralles" userId="18b33442-5e6c-4a89-8622-52a538952267" providerId="ADAL" clId="{6C59D108-1712-4D7D-AC66-F15F4D0B5F2D}" dt="2025-11-14T09:11:57.073" v="70"/>
          <ac:spMkLst>
            <pc:docMk/>
            <pc:sldMk cId="3616544396" sldId="258"/>
            <ac:spMk id="4" creationId="{07CC6578-2B40-DFFA-EA37-9A96A484D71D}"/>
          </ac:spMkLst>
        </pc:spChg>
      </pc:sldChg>
      <pc:sldChg chg="addSp modSp mod setBg">
        <pc:chgData name="Pol de la Viuda Miralles" userId="18b33442-5e6c-4a89-8622-52a538952267" providerId="ADAL" clId="{6C59D108-1712-4D7D-AC66-F15F4D0B5F2D}" dt="2025-11-14T09:10:38.635" v="69" actId="20577"/>
        <pc:sldMkLst>
          <pc:docMk/>
          <pc:sldMk cId="2970593362" sldId="259"/>
        </pc:sldMkLst>
        <pc:spChg chg="mod">
          <ac:chgData name="Pol de la Viuda Miralles" userId="18b33442-5e6c-4a89-8622-52a538952267" providerId="ADAL" clId="{6C59D108-1712-4D7D-AC66-F15F4D0B5F2D}" dt="2025-11-14T09:04:09.352" v="13" actId="20577"/>
          <ac:spMkLst>
            <pc:docMk/>
            <pc:sldMk cId="2970593362" sldId="259"/>
            <ac:spMk id="2" creationId="{40382BD6-E484-2EAC-336D-C87107465DCD}"/>
          </ac:spMkLst>
        </pc:spChg>
        <pc:spChg chg="mod">
          <ac:chgData name="Pol de la Viuda Miralles" userId="18b33442-5e6c-4a89-8622-52a538952267" providerId="ADAL" clId="{6C59D108-1712-4D7D-AC66-F15F4D0B5F2D}" dt="2025-11-14T09:09:57.614" v="52"/>
          <ac:spMkLst>
            <pc:docMk/>
            <pc:sldMk cId="2970593362" sldId="259"/>
            <ac:spMk id="3" creationId="{F1CC78FF-CEBB-5282-8371-E5C4134BAF95}"/>
          </ac:spMkLst>
        </pc:spChg>
        <pc:spChg chg="add mod">
          <ac:chgData name="Pol de la Viuda Miralles" userId="18b33442-5e6c-4a89-8622-52a538952267" providerId="ADAL" clId="{6C59D108-1712-4D7D-AC66-F15F4D0B5F2D}" dt="2025-11-14T09:10:38.635" v="69" actId="20577"/>
          <ac:spMkLst>
            <pc:docMk/>
            <pc:sldMk cId="2970593362" sldId="259"/>
            <ac:spMk id="4" creationId="{3C8C5D4E-BE12-8B20-E471-F9D65AA30929}"/>
          </ac:spMkLst>
        </pc:spChg>
        <pc:spChg chg="add">
          <ac:chgData name="Pol de la Viuda Miralles" userId="18b33442-5e6c-4a89-8622-52a538952267" providerId="ADAL" clId="{6C59D108-1712-4D7D-AC66-F15F4D0B5F2D}" dt="2025-11-14T09:04:05.765" v="1" actId="26606"/>
          <ac:spMkLst>
            <pc:docMk/>
            <pc:sldMk cId="2970593362" sldId="259"/>
            <ac:spMk id="1031" creationId="{45D37F4E-DDB4-456B-97E0-9937730A039F}"/>
          </ac:spMkLst>
        </pc:spChg>
        <pc:spChg chg="add">
          <ac:chgData name="Pol de la Viuda Miralles" userId="18b33442-5e6c-4a89-8622-52a538952267" providerId="ADAL" clId="{6C59D108-1712-4D7D-AC66-F15F4D0B5F2D}" dt="2025-11-14T09:04:05.765" v="1" actId="26606"/>
          <ac:spMkLst>
            <pc:docMk/>
            <pc:sldMk cId="2970593362" sldId="259"/>
            <ac:spMk id="1033" creationId="{B2DD41CD-8F47-4F56-AD12-4E2FF7696987}"/>
          </ac:spMkLst>
        </pc:spChg>
        <pc:picChg chg="add mod">
          <ac:chgData name="Pol de la Viuda Miralles" userId="18b33442-5e6c-4a89-8622-52a538952267" providerId="ADAL" clId="{6C59D108-1712-4D7D-AC66-F15F4D0B5F2D}" dt="2025-11-14T09:04:05.765" v="1" actId="26606"/>
          <ac:picMkLst>
            <pc:docMk/>
            <pc:sldMk cId="2970593362" sldId="259"/>
            <ac:picMk id="1026" creationId="{11CEE65D-36D3-38BC-6B61-4FE07F8731C6}"/>
          </ac:picMkLst>
        </pc:picChg>
      </pc:sldChg>
      <pc:sldChg chg="addSp modSp new mod setBg">
        <pc:chgData name="Pol de la Viuda Miralles" userId="18b33442-5e6c-4a89-8622-52a538952267" providerId="ADAL" clId="{6C59D108-1712-4D7D-AC66-F15F4D0B5F2D}" dt="2025-11-14T09:16:50.773" v="90" actId="26606"/>
        <pc:sldMkLst>
          <pc:docMk/>
          <pc:sldMk cId="1037923265" sldId="260"/>
        </pc:sldMkLst>
        <pc:spChg chg="mod">
          <ac:chgData name="Pol de la Viuda Miralles" userId="18b33442-5e6c-4a89-8622-52a538952267" providerId="ADAL" clId="{6C59D108-1712-4D7D-AC66-F15F4D0B5F2D}" dt="2025-11-14T09:16:50.773" v="90" actId="26606"/>
          <ac:spMkLst>
            <pc:docMk/>
            <pc:sldMk cId="1037923265" sldId="260"/>
            <ac:spMk id="2" creationId="{9C317794-310B-A362-7EA4-169C294DB923}"/>
          </ac:spMkLst>
        </pc:spChg>
        <pc:spChg chg="mod">
          <ac:chgData name="Pol de la Viuda Miralles" userId="18b33442-5e6c-4a89-8622-52a538952267" providerId="ADAL" clId="{6C59D108-1712-4D7D-AC66-F15F4D0B5F2D}" dt="2025-11-14T09:16:50.773" v="90" actId="26606"/>
          <ac:spMkLst>
            <pc:docMk/>
            <pc:sldMk cId="1037923265" sldId="260"/>
            <ac:spMk id="3" creationId="{5CE47D57-A861-B093-776B-5FC89BF8B711}"/>
          </ac:spMkLst>
        </pc:spChg>
        <pc:spChg chg="add">
          <ac:chgData name="Pol de la Viuda Miralles" userId="18b33442-5e6c-4a89-8622-52a538952267" providerId="ADAL" clId="{6C59D108-1712-4D7D-AC66-F15F4D0B5F2D}" dt="2025-11-14T09:16:50.773" v="90" actId="26606"/>
          <ac:spMkLst>
            <pc:docMk/>
            <pc:sldMk cId="1037923265" sldId="260"/>
            <ac:spMk id="2055" creationId="{45D37F4E-DDB4-456B-97E0-9937730A039F}"/>
          </ac:spMkLst>
        </pc:spChg>
        <pc:spChg chg="add">
          <ac:chgData name="Pol de la Viuda Miralles" userId="18b33442-5e6c-4a89-8622-52a538952267" providerId="ADAL" clId="{6C59D108-1712-4D7D-AC66-F15F4D0B5F2D}" dt="2025-11-14T09:16:50.773" v="90" actId="26606"/>
          <ac:spMkLst>
            <pc:docMk/>
            <pc:sldMk cId="1037923265" sldId="260"/>
            <ac:spMk id="2057" creationId="{B2DD41CD-8F47-4F56-AD12-4E2FF7696987}"/>
          </ac:spMkLst>
        </pc:spChg>
        <pc:picChg chg="add mod">
          <ac:chgData name="Pol de la Viuda Miralles" userId="18b33442-5e6c-4a89-8622-52a538952267" providerId="ADAL" clId="{6C59D108-1712-4D7D-AC66-F15F4D0B5F2D}" dt="2025-11-14T09:16:50.773" v="90" actId="26606"/>
          <ac:picMkLst>
            <pc:docMk/>
            <pc:sldMk cId="1037923265" sldId="260"/>
            <ac:picMk id="2050" creationId="{C827EC05-D689-D17E-3220-FBB99B9F4F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A487A-824B-4439-423F-D884BA11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867C21-FC9B-397B-5235-52C46F469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96EA9-D712-3AC2-18C9-9C213DB2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2DC5C-01B7-A018-A0BD-BFB7B5E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CFB4CC-5FAF-890E-B76C-63D04FED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45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7E8DE-61C2-6CD8-1FD0-91D8F04D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7D6021-4DE4-D27B-79FC-898B63D34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9B5EC4-7EE4-A469-90F0-55A65A08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EF4384-02C3-7B89-9018-E78D6C60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297B76-0556-E13C-375F-151FE3B4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263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30960-6FFB-86BE-B4DD-642CCF4F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D1C1A-7FF6-33B9-14C1-C6E907392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953440-0A1B-8AC8-C0E9-81BE05E5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A4898A-2702-D97A-36EB-037D08FB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BD30CA-8EC4-5A7E-7A4A-707F0362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29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C73CD-0DDB-5D0C-405F-E9BEAD12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69AEE7-A034-224D-7401-84E8F7A90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63D154-DE0F-0D55-2CD3-1A314126B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4B88F7-AD47-629A-9117-C5A8D25E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0921F6-1D4B-107B-3A49-313F735B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5EBE2B-25B8-CDF9-2B2F-F91FFD7F2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145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19531-7B17-7A59-6C87-1B5B9CF3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C5ADA-7259-7799-B8BA-22B024D15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8FE1CF-FFE4-6802-CA17-0F68A2B20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AD1CEA-F7A2-E314-F278-F8BCDF685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5A849A-F53D-AE3C-A064-ECCAD7CA8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A89E47-D98D-B1B9-F13C-E1E766E2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D57535-DFA4-B420-7A52-58CEB9D7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9E0F6F-E261-CB56-A259-4EACBB34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48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82550-9F5F-AD1F-65C1-6CBEDBE8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6FB388-A676-7316-F0F5-F82780E7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E33C85-F4CF-9544-29B4-45C0709C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85B87A-22CE-ADE4-0BBF-BFDA7C2D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602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0AC53F-39F8-E9D3-4CB0-BB5C23CF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E01D19-544E-44D3-6B02-FB799469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48A8F4-D295-F20B-7C20-08E5152D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94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307AC-281D-5075-15C7-0B9F7779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194D7-BDCD-29E6-314C-DB2665C5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395517-C9DD-8A88-B5C9-026644F4A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B5B547-9308-D355-4919-707C8231C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CC9C82-F4D7-08C6-4DF8-537F24C5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5EC052-F934-3C21-2C5D-7CB4CC34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593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02074-C4C4-D0C4-407D-179E050F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A3573A-E8BA-7566-59A4-990E5F7DC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78C13F-BDA1-4267-7FCF-2C5BDE69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ECE9B8-0D11-8859-47DE-D7DD9204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BDDF18-ED1D-DEAB-6F5A-A41D8583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FA5D87-1A9F-8665-7348-4BAB3FEA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7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71649-0A42-E833-0758-B0FF9C38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0CF9B3-22B2-819E-8811-29907C873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B2A7B0-7484-8D8B-3927-ECFDB772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2EAA8B-C2E7-45C7-5461-59B2C738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B4FD3B-1460-928A-3002-EFA759F3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38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B8EA60-8E0B-C145-FA80-3D717FB96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ED1702-CC21-7D7F-20A7-09A25A209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27988-9745-CD27-3F3D-03336B48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A234A-647F-3F0A-7EE7-C8348F61B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8D2C01-9D5B-5CD5-4AEF-ACCEA1F4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267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76C670-A8E1-8E17-8AB4-1331D290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5510F3-3736-A634-C2D9-291692EBE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0923F8-96FC-3743-C5F6-24A7E5445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B5F46-05AF-4578-B52C-8BB86CB4245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EE285-C8CE-6126-2108-FD91324F9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8F632E-162E-9915-AD09-165DC71F3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D2D6D-7B3B-4B24-9935-276A07728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90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the_dev_life/feature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NateGentile7/featured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44D1E-0B70-E282-A6C5-04A34203A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Linkedin</a:t>
            </a:r>
            <a:r>
              <a:rPr lang="es-ES" dirty="0"/>
              <a:t> o Recerca de </a:t>
            </a:r>
            <a:r>
              <a:rPr lang="es-ES" dirty="0" err="1"/>
              <a:t>Feina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31C3EA-B6F4-CCA0-8524-9CBB4E12E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Hecho por Pol de la Viuda</a:t>
            </a:r>
          </a:p>
        </p:txBody>
      </p:sp>
    </p:spTree>
    <p:extLst>
      <p:ext uri="{BB962C8B-B14F-4D97-AF65-F5344CB8AC3E}">
        <p14:creationId xmlns:p14="http://schemas.microsoft.com/office/powerpoint/2010/main" val="20039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1BBF4-1A91-5443-B0F0-96478268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Mi </a:t>
            </a:r>
            <a:r>
              <a:rPr lang="es-ES" dirty="0" err="1"/>
              <a:t>Linkedin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CF42EB-84AA-D2ED-4588-4F5023DF0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 me va el </a:t>
            </a:r>
            <a:r>
              <a:rPr lang="es-ES" dirty="0" err="1"/>
              <a:t>Linkedin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172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72DB41-31D8-5382-199B-CC8D2D9C3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ES" sz="5400"/>
              <a:t>The Dev Life 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906477-55DB-6CD5-EED8-27249C5F2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200" dirty="0"/>
              <a:t>Yo sigo a esta cuenta, porque te permite ver como es la vida de la gente que trabaja en la informática y hace contenido muy visual y no se hace pesado</a:t>
            </a:r>
          </a:p>
        </p:txBody>
      </p:sp>
      <p:pic>
        <p:nvPicPr>
          <p:cNvPr id="1026" name="Picture 2" descr="Un dibujo de un hombre&#10;&#10;El contenido generado por IA puede ser incorrecto.">
            <a:extLst>
              <a:ext uri="{FF2B5EF4-FFF2-40B4-BE49-F238E27FC236}">
                <a16:creationId xmlns:a16="http://schemas.microsoft.com/office/drawing/2014/main" id="{790EDEFA-127F-C384-38B8-A113BA205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4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7CC6578-2B40-DFFA-EA37-9A96A484D71D}"/>
              </a:ext>
            </a:extLst>
          </p:cNvPr>
          <p:cNvSpPr txBox="1">
            <a:spLocks/>
          </p:cNvSpPr>
          <p:nvPr/>
        </p:nvSpPr>
        <p:spPr>
          <a:xfrm>
            <a:off x="572493" y="5927714"/>
            <a:ext cx="6713552" cy="634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2200" dirty="0">
                <a:hlinkClick r:id="rId3"/>
              </a:rPr>
              <a:t>Canal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361654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382BD6-E484-2EAC-336D-C8710746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ES" sz="5400" dirty="0"/>
              <a:t>Nate Gentile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C78FF-CEBB-5282-8371-E5C4134B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200" dirty="0"/>
              <a:t>Miro este canal porque </a:t>
            </a:r>
            <a:r>
              <a:rPr lang="es-ES" sz="2400" dirty="0"/>
              <a:t>explica el hardware y la informática de una forma clara y entretenida. Sus vídeos me ayudan a entender mejor cómo funcionan los componentes, a mejorar mis propios equipos y a aprender cosas útiles para mis estudios. Además, me motiva a seguir experimentando y aprendiendo por mi cuenta.</a:t>
            </a:r>
            <a:endParaRPr lang="es-ES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CEE65D-36D3-38BC-6B61-4FE07F873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" r="2209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C8C5D4E-BE12-8B20-E471-F9D65AA30929}"/>
              </a:ext>
            </a:extLst>
          </p:cNvPr>
          <p:cNvSpPr txBox="1">
            <a:spLocks/>
          </p:cNvSpPr>
          <p:nvPr/>
        </p:nvSpPr>
        <p:spPr>
          <a:xfrm>
            <a:off x="572493" y="5927714"/>
            <a:ext cx="6713552" cy="634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2200" dirty="0">
                <a:hlinkClick r:id="rId3"/>
              </a:rPr>
              <a:t>Canal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297059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17794-310B-A362-7EA4-169C294D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ES" sz="5400"/>
              <a:t>Tolo Tech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E47D57-A861-B093-776B-5FC89BF8B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200"/>
              <a:t>Miro el canal de Tolo Tech porque explica el hardware de forma sencilla y directa. Sus vídeos de comparativas, montajes y benchmarks me ayudan a entender qué componentes rinden mejor y por qué. Además, suele hacer pruebas reales que me sirven para aprender a elegir y montar equipos de forma más profesional. Es un canal rápido, práctico y perfecto para mejorar mis conocimientos de informática sin complicarme.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27EC05-D689-D17E-3220-FBB99B9F4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2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923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189</Words>
  <Application>Microsoft Office PowerPoint</Application>
  <PresentationFormat>Panorámica</PresentationFormat>
  <Paragraphs>12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Linkedin o Recerca de Feina</vt:lpstr>
      <vt:lpstr>Mi Linkedin</vt:lpstr>
      <vt:lpstr>The Dev Life </vt:lpstr>
      <vt:lpstr>Nate Gentile</vt:lpstr>
      <vt:lpstr>Tolo Tech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de la Viuda Miralles</dc:creator>
  <cp:lastModifiedBy>Pol de la Viuda Miralles</cp:lastModifiedBy>
  <cp:revision>1</cp:revision>
  <dcterms:created xsi:type="dcterms:W3CDTF">2025-11-13T09:26:56Z</dcterms:created>
  <dcterms:modified xsi:type="dcterms:W3CDTF">2025-11-17T21:06:59Z</dcterms:modified>
</cp:coreProperties>
</file>