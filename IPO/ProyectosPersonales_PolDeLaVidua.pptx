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96C7E8-143F-4D32-92E0-7F72D73B4286}" v="1" dt="2025-12-01T09:38:58.7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l de la Viuda Miralles" userId="18b33442-5e6c-4a89-8622-52a538952267" providerId="ADAL" clId="{6C59D108-1712-4D7D-AC66-F15F4D0B5F2D}"/>
    <pc:docChg chg="modSld">
      <pc:chgData name="Pol de la Viuda Miralles" userId="18b33442-5e6c-4a89-8622-52a538952267" providerId="ADAL" clId="{6C59D108-1712-4D7D-AC66-F15F4D0B5F2D}" dt="2025-12-01T09:39:09.162" v="58" actId="20577"/>
      <pc:docMkLst>
        <pc:docMk/>
      </pc:docMkLst>
      <pc:sldChg chg="modSp mod">
        <pc:chgData name="Pol de la Viuda Miralles" userId="18b33442-5e6c-4a89-8622-52a538952267" providerId="ADAL" clId="{6C59D108-1712-4D7D-AC66-F15F4D0B5F2D}" dt="2025-12-01T09:39:09.162" v="58" actId="20577"/>
        <pc:sldMkLst>
          <pc:docMk/>
          <pc:sldMk cId="367129697" sldId="257"/>
        </pc:sldMkLst>
        <pc:spChg chg="mod">
          <ac:chgData name="Pol de la Viuda Miralles" userId="18b33442-5e6c-4a89-8622-52a538952267" providerId="ADAL" clId="{6C59D108-1712-4D7D-AC66-F15F4D0B5F2D}" dt="2025-12-01T09:38:31.730" v="26" actId="20577"/>
          <ac:spMkLst>
            <pc:docMk/>
            <pc:sldMk cId="367129697" sldId="257"/>
            <ac:spMk id="2" creationId="{8D71B595-321A-5918-9915-81686389A92F}"/>
          </ac:spMkLst>
        </pc:spChg>
        <pc:spChg chg="mod">
          <ac:chgData name="Pol de la Viuda Miralles" userId="18b33442-5e6c-4a89-8622-52a538952267" providerId="ADAL" clId="{6C59D108-1712-4D7D-AC66-F15F4D0B5F2D}" dt="2025-12-01T09:39:09.162" v="58" actId="20577"/>
          <ac:spMkLst>
            <pc:docMk/>
            <pc:sldMk cId="367129697" sldId="257"/>
            <ac:spMk id="3" creationId="{76016AEE-E1C4-E6F8-DEBC-E443B5C610C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8325B6-0577-D87C-08CD-99979F9DDB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DF8C917-99E8-B43D-C9FD-20957F38A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823FFE-AC43-503E-4B15-D928265C9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65518-BABD-478F-B92A-55D829AE7B70}" type="datetimeFigureOut">
              <a:rPr lang="es-ES" smtClean="0"/>
              <a:t>01/12/2025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311A82-DFA6-EDAC-F65E-100887972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F1E2CB-362C-90DD-50D6-5A381D40C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A9D6-62EA-431C-983E-9726045F47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5228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EB9F29-7D84-DC84-372D-78804CA74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688551-FC1E-0A75-38E3-3EE386C7B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06377F-8A6B-B3C1-B790-A08451F9E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65518-BABD-478F-B92A-55D829AE7B70}" type="datetimeFigureOut">
              <a:rPr lang="es-ES" smtClean="0"/>
              <a:t>01/12/2025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5362D6-C83A-23A2-7B66-F7F2AD515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9D86D4-F3A1-49FB-FC2D-ADD8BA17C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A9D6-62EA-431C-983E-9726045F47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4774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537A5D-660C-8D51-95D5-28169239A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10B69A5-4F65-BAF3-8EEA-6FC604FC9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FF304D-A4DC-A75D-D805-04E194BDD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65518-BABD-478F-B92A-55D829AE7B70}" type="datetimeFigureOut">
              <a:rPr lang="es-ES" smtClean="0"/>
              <a:t>01/12/2025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9845C1-3A9F-F204-9E45-42C2048C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FE9F8A-D005-4C66-846A-7B96EEFAC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A9D6-62EA-431C-983E-9726045F47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1444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E02DB0-AC96-CF3C-C5A0-4FFC96FE6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43F2D8-93FE-A2ED-4FFB-4AF1A4AB4F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ED3D9A3-C57F-D372-7088-C23A4BCF7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8327825-8061-B491-6807-96303751E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65518-BABD-478F-B92A-55D829AE7B70}" type="datetimeFigureOut">
              <a:rPr lang="es-ES" smtClean="0"/>
              <a:t>01/12/2025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D967629-CB75-2ED4-FB0D-E59DAB2FF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DF19B9B-582F-E6EE-3531-D2BCEB340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A9D6-62EA-431C-983E-9726045F47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5659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CBBAB7-BA41-02E1-26A4-FBEE91AD7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EDD29F-9E71-08B8-68E5-9BE3AB9C8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D025FDC-ECF0-EA24-F58B-1ECAD2F6D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543206D-9731-F940-B1DA-076C619294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0360B7A-F13B-AA4A-EA34-2FDF7006BC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C8A480C-16CD-6E85-C346-EED3B2C94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65518-BABD-478F-B92A-55D829AE7B70}" type="datetimeFigureOut">
              <a:rPr lang="es-ES" smtClean="0"/>
              <a:t>01/12/2025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1D7FD6D-DBE1-C69D-DD5F-E394114E5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36D0A13-1A25-5B7E-2C34-BB07D4975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A9D6-62EA-431C-983E-9726045F47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2224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495EC-C72C-0E05-FE5E-0D4FFBA64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5FC32A9-177F-DECE-185D-E9427275F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65518-BABD-478F-B92A-55D829AE7B70}" type="datetimeFigureOut">
              <a:rPr lang="es-ES" smtClean="0"/>
              <a:t>01/12/2025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B7B3E36-0733-D833-D591-8961CDF4D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1B57919-E20E-4C9D-E508-FC1A985D2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A9D6-62EA-431C-983E-9726045F47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5709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649E3D2-ECE6-099E-76D9-2F79D9982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65518-BABD-478F-B92A-55D829AE7B70}" type="datetimeFigureOut">
              <a:rPr lang="es-ES" smtClean="0"/>
              <a:t>01/12/2025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1795F62-7D48-C3B4-C908-D6D649E3D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4B85094-3A6A-D0EE-984C-A152A5FED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A9D6-62EA-431C-983E-9726045F47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4923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07BC48-A099-5051-DB54-FECF78EC4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93AAA0-68C8-6AFC-3731-88E17F1C1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D3139B-03F3-D497-EE9D-3644176A1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2E6FBB8-D012-2438-3319-446F197D2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65518-BABD-478F-B92A-55D829AE7B70}" type="datetimeFigureOut">
              <a:rPr lang="es-ES" smtClean="0"/>
              <a:t>01/12/2025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1FC51DB-51F2-0F62-8AD3-F85D23C2F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BB121E4-F7C9-23D3-4B71-69B4D4B0D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A9D6-62EA-431C-983E-9726045F47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4652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F00828-4E22-59E0-A5DC-5CC4C8B78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F4CCF6A-D913-D6D9-983A-56B581FE08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DAFBE33-860C-2607-3B1D-6326089274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E770D3-CEE1-8EC0-3CFB-CD7AE77A8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65518-BABD-478F-B92A-55D829AE7B70}" type="datetimeFigureOut">
              <a:rPr lang="es-ES" smtClean="0"/>
              <a:t>01/12/2025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A8A16A6-3DA6-7166-5033-76CD3686D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6277771-4C97-0EBA-3A57-72ECD6727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A9D6-62EA-431C-983E-9726045F47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1175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90AFF7-BD05-07C5-60BB-64C575AB4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B6973CB-7F1F-C065-8A0A-B1AED9BCE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58FF90-2A38-CCF3-6158-E8A61DBBB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65518-BABD-478F-B92A-55D829AE7B70}" type="datetimeFigureOut">
              <a:rPr lang="es-ES" smtClean="0"/>
              <a:t>01/12/2025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672338-1C1F-4976-BD62-4E77C0AA1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53D37D-58EB-5613-ABFE-B826FBA64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A9D6-62EA-431C-983E-9726045F47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1812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B5C7DB7-552B-1B32-FD5A-73771869DB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FBF6444-3269-5F82-B023-2D5816D59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AEA011-DB81-16BC-406C-0B69640F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65518-BABD-478F-B92A-55D829AE7B70}" type="datetimeFigureOut">
              <a:rPr lang="es-ES" smtClean="0"/>
              <a:t>01/12/2025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7CFD6F-28B7-4B39-526A-E1F6DCF2E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41FE2E-31D0-D192-75B9-7B5DDA17E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A9D6-62EA-431C-983E-9726045F47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2456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6ADE36D-4DE4-A62B-DDFF-B9E862CC8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1A3A40-C094-C91F-97FB-AA536E5EF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DD928E-F534-20A8-976F-5A9796DB6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65518-BABD-478F-B92A-55D829AE7B70}" type="datetimeFigureOut">
              <a:rPr lang="es-ES" smtClean="0"/>
              <a:t>01/12/2025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22CF1F-79CF-0E8E-4758-805A24E647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166F59-2B62-D8AE-B9C9-B8F897F55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25A9D6-62EA-431C-983E-9726045F47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5067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2A1C4B-B449-21F0-5F1D-9200D4A0B0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s-ES" sz="4000">
                <a:solidFill>
                  <a:schemeClr val="tx2"/>
                </a:solidFill>
              </a:rPr>
              <a:t>Proyectos Personales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8B44DB-75D7-D0E2-578D-198E04703D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s-ES" sz="2000">
                <a:solidFill>
                  <a:schemeClr val="tx2"/>
                </a:solidFill>
              </a:rPr>
              <a:t>Hecho por: Pol de la Viuda</a:t>
            </a:r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10FC18CA-0554-5A0E-B02E-BA297C32CF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59155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D71B595-321A-5918-9915-81686389A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s-ES" sz="3600" dirty="0">
                <a:solidFill>
                  <a:schemeClr val="tx2"/>
                </a:solidFill>
              </a:rPr>
              <a:t>Leer un Libro al Mes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016AEE-E1C4-E6F8-DEBC-E443B5C61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1800" dirty="0"/>
              <a:t>Quiero ponerme la meta de leerme un libro al mes.</a:t>
            </a:r>
            <a:br>
              <a:rPr lang="es-ES" sz="1800" dirty="0"/>
            </a:br>
            <a:r>
              <a:rPr lang="es-ES" sz="1800" dirty="0"/>
              <a:t>La idea es leer un ratito cada día, aunque sean 10 o 15 minutos, y elegir libros que realmente me llamen para no dejarlo tirado.</a:t>
            </a:r>
            <a:endParaRPr lang="es-E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129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F3A4761-1B3B-A69A-5F16-90E25734C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s-ES" sz="3600">
                <a:solidFill>
                  <a:schemeClr val="tx2"/>
                </a:solidFill>
              </a:rPr>
              <a:t>Mi Juego Retro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B89B56-E1C7-7E33-81DE-C9C56608A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1800" dirty="0">
                <a:solidFill>
                  <a:schemeClr val="tx2"/>
                </a:solidFill>
              </a:rPr>
              <a:t>Quiero crear un jueguito retro en HTML, CSS y JS, algo tipo esquivar obstáculos o pillar monedas.</a:t>
            </a:r>
          </a:p>
        </p:txBody>
      </p:sp>
    </p:spTree>
    <p:extLst>
      <p:ext uri="{BB962C8B-B14F-4D97-AF65-F5344CB8AC3E}">
        <p14:creationId xmlns:p14="http://schemas.microsoft.com/office/powerpoint/2010/main" val="1533454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2787F0EA-7ECF-880F-DBBA-1F70217C9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s-ES" sz="3600" dirty="0">
                <a:solidFill>
                  <a:schemeClr val="tx2"/>
                </a:solidFill>
              </a:rPr>
              <a:t>Aprender a Tocar la Guitarra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32A3E1-8197-321D-E03D-C023895EF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1800" dirty="0">
                <a:solidFill>
                  <a:schemeClr val="tx2"/>
                </a:solidFill>
              </a:rPr>
              <a:t>Quiero aprender a tocar la guitarra porque siempre me ha llamado la atención.</a:t>
            </a:r>
            <a:br>
              <a:rPr lang="es-ES" sz="1800" dirty="0">
                <a:solidFill>
                  <a:schemeClr val="tx2"/>
                </a:solidFill>
              </a:rPr>
            </a:br>
            <a:r>
              <a:rPr lang="es-ES" sz="1800" dirty="0">
                <a:solidFill>
                  <a:schemeClr val="tx2"/>
                </a:solidFill>
              </a:rPr>
              <a:t>La idea es practicar un ratito cada día, aunque sean 10 minutillos, e ir pillándole el truco a los acordes básicos y a los cambios entre ellos.</a:t>
            </a:r>
          </a:p>
        </p:txBody>
      </p:sp>
    </p:spTree>
    <p:extLst>
      <p:ext uri="{BB962C8B-B14F-4D97-AF65-F5344CB8AC3E}">
        <p14:creationId xmlns:p14="http://schemas.microsoft.com/office/powerpoint/2010/main" val="459593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127</Words>
  <Application>Microsoft Office PowerPoint</Application>
  <PresentationFormat>Panorámica</PresentationFormat>
  <Paragraphs>8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de Office</vt:lpstr>
      <vt:lpstr>Proyectos Personales</vt:lpstr>
      <vt:lpstr>Leer un Libro al Mes</vt:lpstr>
      <vt:lpstr>Mi Juego Retro</vt:lpstr>
      <vt:lpstr>Aprender a Tocar la Guitarra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Pol de la Viuda Miralles</dc:creator>
  <cp:lastModifiedBy>Pol de la Viuda Miralles</cp:lastModifiedBy>
  <cp:revision>1</cp:revision>
  <dcterms:created xsi:type="dcterms:W3CDTF">2025-12-01T09:26:30Z</dcterms:created>
  <dcterms:modified xsi:type="dcterms:W3CDTF">2025-12-01T09:39:16Z</dcterms:modified>
</cp:coreProperties>
</file>