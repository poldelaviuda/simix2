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C07391-4AC8-4713-8A47-3BD11F752C8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79CD202-F53E-40F8-BE99-D3417C5EC8AA}">
      <dgm:prSet/>
      <dgm:spPr/>
      <dgm:t>
        <a:bodyPr/>
        <a:lstStyle/>
        <a:p>
          <a:r>
            <a:rPr lang="es-ES" b="0" i="0" baseline="0"/>
            <a:t>S’encarrega del manteniment d’ordinadors, servidors i xarxes</a:t>
          </a:r>
          <a:endParaRPr lang="en-US"/>
        </a:p>
      </dgm:t>
    </dgm:pt>
    <dgm:pt modelId="{A4AE3637-A353-47EC-B446-3DBEFE7885C1}" type="parTrans" cxnId="{4BD9BCFE-9BE2-4318-B8EB-337E3528D763}">
      <dgm:prSet/>
      <dgm:spPr/>
      <dgm:t>
        <a:bodyPr/>
        <a:lstStyle/>
        <a:p>
          <a:endParaRPr lang="en-US"/>
        </a:p>
      </dgm:t>
    </dgm:pt>
    <dgm:pt modelId="{8832748B-DD80-436C-856A-23219334F2D4}" type="sibTrans" cxnId="{4BD9BCFE-9BE2-4318-B8EB-337E3528D763}">
      <dgm:prSet/>
      <dgm:spPr/>
      <dgm:t>
        <a:bodyPr/>
        <a:lstStyle/>
        <a:p>
          <a:endParaRPr lang="en-US"/>
        </a:p>
      </dgm:t>
    </dgm:pt>
    <dgm:pt modelId="{2C47CE96-E63E-4FD7-9CB9-CF0F7153D2F2}">
      <dgm:prSet/>
      <dgm:spPr/>
      <dgm:t>
        <a:bodyPr/>
        <a:lstStyle/>
        <a:p>
          <a:r>
            <a:rPr lang="es-ES" b="0" i="0" baseline="0"/>
            <a:t>És un sector molt important a les empreses actuals</a:t>
          </a:r>
          <a:endParaRPr lang="en-US"/>
        </a:p>
      </dgm:t>
    </dgm:pt>
    <dgm:pt modelId="{CA2C5CB3-3968-47D5-B342-C7BCCE95CD69}" type="parTrans" cxnId="{D06738D0-02C9-46AC-8AFD-EE14BA75C78F}">
      <dgm:prSet/>
      <dgm:spPr/>
      <dgm:t>
        <a:bodyPr/>
        <a:lstStyle/>
        <a:p>
          <a:endParaRPr lang="en-US"/>
        </a:p>
      </dgm:t>
    </dgm:pt>
    <dgm:pt modelId="{DA7BFAD0-A9FC-4850-AABA-937A72D3370F}" type="sibTrans" cxnId="{D06738D0-02C9-46AC-8AFD-EE14BA75C78F}">
      <dgm:prSet/>
      <dgm:spPr/>
      <dgm:t>
        <a:bodyPr/>
        <a:lstStyle/>
        <a:p>
          <a:endParaRPr lang="en-US"/>
        </a:p>
      </dgm:t>
    </dgm:pt>
    <dgm:pt modelId="{2E2A10E5-A5E2-49F4-9198-8C8E5317F428}" type="pres">
      <dgm:prSet presAssocID="{19C07391-4AC8-4713-8A47-3BD11F752C8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9673AF0-474F-45AF-8450-E8C12DCC3C0E}" type="pres">
      <dgm:prSet presAssocID="{C79CD202-F53E-40F8-BE99-D3417C5EC8AA}" presName="hierRoot1" presStyleCnt="0"/>
      <dgm:spPr/>
    </dgm:pt>
    <dgm:pt modelId="{F826AB9D-00DA-4A60-848A-6197A76990F0}" type="pres">
      <dgm:prSet presAssocID="{C79CD202-F53E-40F8-BE99-D3417C5EC8AA}" presName="composite" presStyleCnt="0"/>
      <dgm:spPr/>
    </dgm:pt>
    <dgm:pt modelId="{A1B5365B-7080-421E-80DF-C42D7EA6182F}" type="pres">
      <dgm:prSet presAssocID="{C79CD202-F53E-40F8-BE99-D3417C5EC8AA}" presName="background" presStyleLbl="node0" presStyleIdx="0" presStyleCnt="2"/>
      <dgm:spPr/>
    </dgm:pt>
    <dgm:pt modelId="{96F30DB2-E714-46B4-9853-B6DBDDD8E7D7}" type="pres">
      <dgm:prSet presAssocID="{C79CD202-F53E-40F8-BE99-D3417C5EC8AA}" presName="text" presStyleLbl="fgAcc0" presStyleIdx="0" presStyleCnt="2">
        <dgm:presLayoutVars>
          <dgm:chPref val="3"/>
        </dgm:presLayoutVars>
      </dgm:prSet>
      <dgm:spPr/>
    </dgm:pt>
    <dgm:pt modelId="{B66DB3C5-910B-4A2A-A92B-18D41AD0E491}" type="pres">
      <dgm:prSet presAssocID="{C79CD202-F53E-40F8-BE99-D3417C5EC8AA}" presName="hierChild2" presStyleCnt="0"/>
      <dgm:spPr/>
    </dgm:pt>
    <dgm:pt modelId="{0341146E-88C4-490E-A643-6F449C68823C}" type="pres">
      <dgm:prSet presAssocID="{2C47CE96-E63E-4FD7-9CB9-CF0F7153D2F2}" presName="hierRoot1" presStyleCnt="0"/>
      <dgm:spPr/>
    </dgm:pt>
    <dgm:pt modelId="{67E9135B-2F7F-450A-A9F1-FA5D117C5153}" type="pres">
      <dgm:prSet presAssocID="{2C47CE96-E63E-4FD7-9CB9-CF0F7153D2F2}" presName="composite" presStyleCnt="0"/>
      <dgm:spPr/>
    </dgm:pt>
    <dgm:pt modelId="{6B027EF7-A371-4C7C-9D92-D2BBCE276D39}" type="pres">
      <dgm:prSet presAssocID="{2C47CE96-E63E-4FD7-9CB9-CF0F7153D2F2}" presName="background" presStyleLbl="node0" presStyleIdx="1" presStyleCnt="2"/>
      <dgm:spPr/>
    </dgm:pt>
    <dgm:pt modelId="{E0C58C93-C475-4E31-967D-B295466753AF}" type="pres">
      <dgm:prSet presAssocID="{2C47CE96-E63E-4FD7-9CB9-CF0F7153D2F2}" presName="text" presStyleLbl="fgAcc0" presStyleIdx="1" presStyleCnt="2">
        <dgm:presLayoutVars>
          <dgm:chPref val="3"/>
        </dgm:presLayoutVars>
      </dgm:prSet>
      <dgm:spPr/>
    </dgm:pt>
    <dgm:pt modelId="{34FFF1FF-D612-49DB-BF7C-A6DF0DDEA5A2}" type="pres">
      <dgm:prSet presAssocID="{2C47CE96-E63E-4FD7-9CB9-CF0F7153D2F2}" presName="hierChild2" presStyleCnt="0"/>
      <dgm:spPr/>
    </dgm:pt>
  </dgm:ptLst>
  <dgm:cxnLst>
    <dgm:cxn modelId="{E0203609-B0E2-49A3-AAFD-7FB9240707E5}" type="presOf" srcId="{C79CD202-F53E-40F8-BE99-D3417C5EC8AA}" destId="{96F30DB2-E714-46B4-9853-B6DBDDD8E7D7}" srcOrd="0" destOrd="0" presId="urn:microsoft.com/office/officeart/2005/8/layout/hierarchy1"/>
    <dgm:cxn modelId="{ECAC007C-A909-4F91-B399-64E06071FBAE}" type="presOf" srcId="{19C07391-4AC8-4713-8A47-3BD11F752C8B}" destId="{2E2A10E5-A5E2-49F4-9198-8C8E5317F428}" srcOrd="0" destOrd="0" presId="urn:microsoft.com/office/officeart/2005/8/layout/hierarchy1"/>
    <dgm:cxn modelId="{D06738D0-02C9-46AC-8AFD-EE14BA75C78F}" srcId="{19C07391-4AC8-4713-8A47-3BD11F752C8B}" destId="{2C47CE96-E63E-4FD7-9CB9-CF0F7153D2F2}" srcOrd="1" destOrd="0" parTransId="{CA2C5CB3-3968-47D5-B342-C7BCCE95CD69}" sibTransId="{DA7BFAD0-A9FC-4850-AABA-937A72D3370F}"/>
    <dgm:cxn modelId="{3493E7D7-22C3-4DA5-BF59-74C1665AF203}" type="presOf" srcId="{2C47CE96-E63E-4FD7-9CB9-CF0F7153D2F2}" destId="{E0C58C93-C475-4E31-967D-B295466753AF}" srcOrd="0" destOrd="0" presId="urn:microsoft.com/office/officeart/2005/8/layout/hierarchy1"/>
    <dgm:cxn modelId="{4BD9BCFE-9BE2-4318-B8EB-337E3528D763}" srcId="{19C07391-4AC8-4713-8A47-3BD11F752C8B}" destId="{C79CD202-F53E-40F8-BE99-D3417C5EC8AA}" srcOrd="0" destOrd="0" parTransId="{A4AE3637-A353-47EC-B446-3DBEFE7885C1}" sibTransId="{8832748B-DD80-436C-856A-23219334F2D4}"/>
    <dgm:cxn modelId="{C2EB2423-EAC2-46AF-BCDA-FEFB06AC4013}" type="presParOf" srcId="{2E2A10E5-A5E2-49F4-9198-8C8E5317F428}" destId="{89673AF0-474F-45AF-8450-E8C12DCC3C0E}" srcOrd="0" destOrd="0" presId="urn:microsoft.com/office/officeart/2005/8/layout/hierarchy1"/>
    <dgm:cxn modelId="{52848DDE-CD1D-4E51-AD5B-80F580CB9580}" type="presParOf" srcId="{89673AF0-474F-45AF-8450-E8C12DCC3C0E}" destId="{F826AB9D-00DA-4A60-848A-6197A76990F0}" srcOrd="0" destOrd="0" presId="urn:microsoft.com/office/officeart/2005/8/layout/hierarchy1"/>
    <dgm:cxn modelId="{B56D3171-808C-4AD0-A5D8-BE5FAE3734CA}" type="presParOf" srcId="{F826AB9D-00DA-4A60-848A-6197A76990F0}" destId="{A1B5365B-7080-421E-80DF-C42D7EA6182F}" srcOrd="0" destOrd="0" presId="urn:microsoft.com/office/officeart/2005/8/layout/hierarchy1"/>
    <dgm:cxn modelId="{AC0D0B9B-4891-4E91-8291-A3A8B4E09207}" type="presParOf" srcId="{F826AB9D-00DA-4A60-848A-6197A76990F0}" destId="{96F30DB2-E714-46B4-9853-B6DBDDD8E7D7}" srcOrd="1" destOrd="0" presId="urn:microsoft.com/office/officeart/2005/8/layout/hierarchy1"/>
    <dgm:cxn modelId="{B7D42BCE-E0C5-46B0-8C2A-EC9F77A70622}" type="presParOf" srcId="{89673AF0-474F-45AF-8450-E8C12DCC3C0E}" destId="{B66DB3C5-910B-4A2A-A92B-18D41AD0E491}" srcOrd="1" destOrd="0" presId="urn:microsoft.com/office/officeart/2005/8/layout/hierarchy1"/>
    <dgm:cxn modelId="{7856C7A9-76B8-429C-9D48-24D7D4CBC35B}" type="presParOf" srcId="{2E2A10E5-A5E2-49F4-9198-8C8E5317F428}" destId="{0341146E-88C4-490E-A643-6F449C68823C}" srcOrd="1" destOrd="0" presId="urn:microsoft.com/office/officeart/2005/8/layout/hierarchy1"/>
    <dgm:cxn modelId="{96250EB0-45F6-4D86-9D4D-DB102B8904AE}" type="presParOf" srcId="{0341146E-88C4-490E-A643-6F449C68823C}" destId="{67E9135B-2F7F-450A-A9F1-FA5D117C5153}" srcOrd="0" destOrd="0" presId="urn:microsoft.com/office/officeart/2005/8/layout/hierarchy1"/>
    <dgm:cxn modelId="{07B2D3EE-61D6-4BFB-AD4D-3F1955EF0BFD}" type="presParOf" srcId="{67E9135B-2F7F-450A-A9F1-FA5D117C5153}" destId="{6B027EF7-A371-4C7C-9D92-D2BBCE276D39}" srcOrd="0" destOrd="0" presId="urn:microsoft.com/office/officeart/2005/8/layout/hierarchy1"/>
    <dgm:cxn modelId="{8F4B7214-D39E-4BFA-9640-C55C171194B2}" type="presParOf" srcId="{67E9135B-2F7F-450A-A9F1-FA5D117C5153}" destId="{E0C58C93-C475-4E31-967D-B295466753AF}" srcOrd="1" destOrd="0" presId="urn:microsoft.com/office/officeart/2005/8/layout/hierarchy1"/>
    <dgm:cxn modelId="{65E7EF5F-E061-4B13-8DB2-7B916AAD715F}" type="presParOf" srcId="{0341146E-88C4-490E-A643-6F449C68823C}" destId="{34FFF1FF-D612-49DB-BF7C-A6DF0DDEA5A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9F2DD5A-F673-4A2F-8BB6-E5F334F66F51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0418405-DA16-4F89-858E-169013E1E642}">
      <dgm:prSet/>
      <dgm:spPr/>
      <dgm:t>
        <a:bodyPr/>
        <a:lstStyle/>
        <a:p>
          <a:r>
            <a:rPr lang="es-ES" b="1"/>
            <a:t>Tasques</a:t>
          </a:r>
          <a:endParaRPr lang="en-US"/>
        </a:p>
      </dgm:t>
    </dgm:pt>
    <dgm:pt modelId="{CA8754B0-0250-468A-AF8F-3C123D530C1A}" type="parTrans" cxnId="{F807986C-C045-402A-B46B-161F858DB604}">
      <dgm:prSet/>
      <dgm:spPr/>
      <dgm:t>
        <a:bodyPr/>
        <a:lstStyle/>
        <a:p>
          <a:endParaRPr lang="en-US"/>
        </a:p>
      </dgm:t>
    </dgm:pt>
    <dgm:pt modelId="{C88BC5D2-CDF8-4960-9FBA-65FB1A312C6D}" type="sibTrans" cxnId="{F807986C-C045-402A-B46B-161F858DB604}">
      <dgm:prSet/>
      <dgm:spPr/>
      <dgm:t>
        <a:bodyPr/>
        <a:lstStyle/>
        <a:p>
          <a:endParaRPr lang="en-US"/>
        </a:p>
      </dgm:t>
    </dgm:pt>
    <dgm:pt modelId="{C9695F61-6B8D-45C1-8CFD-4C15008E05D6}">
      <dgm:prSet/>
      <dgm:spPr/>
      <dgm:t>
        <a:bodyPr/>
        <a:lstStyle/>
        <a:p>
          <a:r>
            <a:rPr lang="es-ES"/>
            <a:t>Instal·lació d’ordinadors i programari</a:t>
          </a:r>
          <a:endParaRPr lang="en-US"/>
        </a:p>
      </dgm:t>
    </dgm:pt>
    <dgm:pt modelId="{784B230F-2A74-4891-B985-9A01426B98ED}" type="parTrans" cxnId="{DCC4B7FD-E594-405C-A415-67A42D85E223}">
      <dgm:prSet/>
      <dgm:spPr/>
      <dgm:t>
        <a:bodyPr/>
        <a:lstStyle/>
        <a:p>
          <a:endParaRPr lang="en-US"/>
        </a:p>
      </dgm:t>
    </dgm:pt>
    <dgm:pt modelId="{DD645D5E-19C7-4404-B9CC-7878F4524539}" type="sibTrans" cxnId="{DCC4B7FD-E594-405C-A415-67A42D85E223}">
      <dgm:prSet/>
      <dgm:spPr/>
      <dgm:t>
        <a:bodyPr/>
        <a:lstStyle/>
        <a:p>
          <a:endParaRPr lang="en-US"/>
        </a:p>
      </dgm:t>
    </dgm:pt>
    <dgm:pt modelId="{48DDF97C-10BE-4F74-BCB9-C18349481277}">
      <dgm:prSet/>
      <dgm:spPr/>
      <dgm:t>
        <a:bodyPr/>
        <a:lstStyle/>
        <a:p>
          <a:r>
            <a:rPr lang="es-ES"/>
            <a:t>Gestió de xarxes i servidors</a:t>
          </a:r>
          <a:endParaRPr lang="en-US"/>
        </a:p>
      </dgm:t>
    </dgm:pt>
    <dgm:pt modelId="{8DCDD2D5-89FC-4170-9D17-E7DB8E45BD7F}" type="parTrans" cxnId="{E248C277-3048-4738-ACF8-A14C499A5A29}">
      <dgm:prSet/>
      <dgm:spPr/>
      <dgm:t>
        <a:bodyPr/>
        <a:lstStyle/>
        <a:p>
          <a:endParaRPr lang="en-US"/>
        </a:p>
      </dgm:t>
    </dgm:pt>
    <dgm:pt modelId="{F79343AA-29CD-4317-BBC0-FABCD55BDE58}" type="sibTrans" cxnId="{E248C277-3048-4738-ACF8-A14C499A5A29}">
      <dgm:prSet/>
      <dgm:spPr/>
      <dgm:t>
        <a:bodyPr/>
        <a:lstStyle/>
        <a:p>
          <a:endParaRPr lang="en-US"/>
        </a:p>
      </dgm:t>
    </dgm:pt>
    <dgm:pt modelId="{0DF8117C-CDB5-49CD-88CB-507A00622ACC}">
      <dgm:prSet/>
      <dgm:spPr/>
      <dgm:t>
        <a:bodyPr/>
        <a:lstStyle/>
        <a:p>
          <a:r>
            <a:rPr lang="es-ES"/>
            <a:t>Suport tècnic als usuaris</a:t>
          </a:r>
          <a:endParaRPr lang="en-US"/>
        </a:p>
      </dgm:t>
    </dgm:pt>
    <dgm:pt modelId="{C28104C6-83B0-4EB0-9754-E0E1594320ED}" type="parTrans" cxnId="{B9AF4270-5760-4AE0-9E68-30450249A0A0}">
      <dgm:prSet/>
      <dgm:spPr/>
      <dgm:t>
        <a:bodyPr/>
        <a:lstStyle/>
        <a:p>
          <a:endParaRPr lang="en-US"/>
        </a:p>
      </dgm:t>
    </dgm:pt>
    <dgm:pt modelId="{42A9AC91-5728-44BB-8CCA-07C6AD24A98B}" type="sibTrans" cxnId="{B9AF4270-5760-4AE0-9E68-30450249A0A0}">
      <dgm:prSet/>
      <dgm:spPr/>
      <dgm:t>
        <a:bodyPr/>
        <a:lstStyle/>
        <a:p>
          <a:endParaRPr lang="en-US"/>
        </a:p>
      </dgm:t>
    </dgm:pt>
    <dgm:pt modelId="{44FC1DEF-68F7-4B03-BC14-406D7CBF0530}">
      <dgm:prSet/>
      <dgm:spPr/>
      <dgm:t>
        <a:bodyPr/>
        <a:lstStyle/>
        <a:p>
          <a:r>
            <a:rPr lang="es-ES" b="1"/>
            <a:t>Problemes</a:t>
          </a:r>
          <a:endParaRPr lang="en-US"/>
        </a:p>
      </dgm:t>
    </dgm:pt>
    <dgm:pt modelId="{2A5816CF-3ADF-444A-AEE5-F6227FEBEA53}" type="parTrans" cxnId="{BF79AFB5-F533-42BC-B2B8-AE7250007376}">
      <dgm:prSet/>
      <dgm:spPr/>
      <dgm:t>
        <a:bodyPr/>
        <a:lstStyle/>
        <a:p>
          <a:endParaRPr lang="en-US"/>
        </a:p>
      </dgm:t>
    </dgm:pt>
    <dgm:pt modelId="{043AB2F4-B8D4-4D9F-A0F8-FF2B11EB1460}" type="sibTrans" cxnId="{BF79AFB5-F533-42BC-B2B8-AE7250007376}">
      <dgm:prSet/>
      <dgm:spPr/>
      <dgm:t>
        <a:bodyPr/>
        <a:lstStyle/>
        <a:p>
          <a:endParaRPr lang="en-US"/>
        </a:p>
      </dgm:t>
    </dgm:pt>
    <dgm:pt modelId="{B7454587-0E4B-476B-82AF-00E521558BAD}">
      <dgm:prSet/>
      <dgm:spPr/>
      <dgm:t>
        <a:bodyPr/>
        <a:lstStyle/>
        <a:p>
          <a:r>
            <a:rPr lang="es-ES"/>
            <a:t>Errors humans</a:t>
          </a:r>
          <a:endParaRPr lang="en-US"/>
        </a:p>
      </dgm:t>
    </dgm:pt>
    <dgm:pt modelId="{4EC45CEE-902C-45DC-9AA1-CA4930789166}" type="parTrans" cxnId="{C6949136-7080-404A-9A30-A7B09F7350D9}">
      <dgm:prSet/>
      <dgm:spPr/>
      <dgm:t>
        <a:bodyPr/>
        <a:lstStyle/>
        <a:p>
          <a:endParaRPr lang="en-US"/>
        </a:p>
      </dgm:t>
    </dgm:pt>
    <dgm:pt modelId="{76FD94E5-ED77-4284-A9F0-8C081A9BA2B9}" type="sibTrans" cxnId="{C6949136-7080-404A-9A30-A7B09F7350D9}">
      <dgm:prSet/>
      <dgm:spPr/>
      <dgm:t>
        <a:bodyPr/>
        <a:lstStyle/>
        <a:p>
          <a:endParaRPr lang="en-US"/>
        </a:p>
      </dgm:t>
    </dgm:pt>
    <dgm:pt modelId="{9771699C-C12D-458A-9D06-E4EFF6A5A88C}">
      <dgm:prSet/>
      <dgm:spPr/>
      <dgm:t>
        <a:bodyPr/>
        <a:lstStyle/>
        <a:p>
          <a:r>
            <a:rPr lang="es-ES"/>
            <a:t>Fallades inesperades</a:t>
          </a:r>
          <a:endParaRPr lang="en-US"/>
        </a:p>
      </dgm:t>
    </dgm:pt>
    <dgm:pt modelId="{2CD90325-ED99-4C2D-8C7E-E74CFE7BDF36}" type="parTrans" cxnId="{4EFEF59A-8D10-44CE-BC90-9CA35A47414A}">
      <dgm:prSet/>
      <dgm:spPr/>
      <dgm:t>
        <a:bodyPr/>
        <a:lstStyle/>
        <a:p>
          <a:endParaRPr lang="en-US"/>
        </a:p>
      </dgm:t>
    </dgm:pt>
    <dgm:pt modelId="{CF067FD6-03EA-4FA8-8503-AC2FEC46B63D}" type="sibTrans" cxnId="{4EFEF59A-8D10-44CE-BC90-9CA35A47414A}">
      <dgm:prSet/>
      <dgm:spPr/>
      <dgm:t>
        <a:bodyPr/>
        <a:lstStyle/>
        <a:p>
          <a:endParaRPr lang="en-US"/>
        </a:p>
      </dgm:t>
    </dgm:pt>
    <dgm:pt modelId="{35FB6548-1993-4D74-8A11-D67CDAE67D7D}">
      <dgm:prSet/>
      <dgm:spPr/>
      <dgm:t>
        <a:bodyPr/>
        <a:lstStyle/>
        <a:p>
          <a:r>
            <a:rPr lang="es-ES"/>
            <a:t>Riscos de seguretat</a:t>
          </a:r>
          <a:endParaRPr lang="en-US"/>
        </a:p>
      </dgm:t>
    </dgm:pt>
    <dgm:pt modelId="{2640209F-6654-48C7-9F8E-BEAE2205FBA2}" type="parTrans" cxnId="{839A57B8-D7AB-4663-96F1-E12F9C7AD816}">
      <dgm:prSet/>
      <dgm:spPr/>
      <dgm:t>
        <a:bodyPr/>
        <a:lstStyle/>
        <a:p>
          <a:endParaRPr lang="en-US"/>
        </a:p>
      </dgm:t>
    </dgm:pt>
    <dgm:pt modelId="{FA8CE49C-D748-41D9-8E97-EE372E8BEEA4}" type="sibTrans" cxnId="{839A57B8-D7AB-4663-96F1-E12F9C7AD816}">
      <dgm:prSet/>
      <dgm:spPr/>
      <dgm:t>
        <a:bodyPr/>
        <a:lstStyle/>
        <a:p>
          <a:endParaRPr lang="en-US"/>
        </a:p>
      </dgm:t>
    </dgm:pt>
    <dgm:pt modelId="{C286471D-0DA9-47CD-9E36-41C1C11640BB}" type="pres">
      <dgm:prSet presAssocID="{A9F2DD5A-F673-4A2F-8BB6-E5F334F66F51}" presName="diagram" presStyleCnt="0">
        <dgm:presLayoutVars>
          <dgm:dir/>
          <dgm:resizeHandles val="exact"/>
        </dgm:presLayoutVars>
      </dgm:prSet>
      <dgm:spPr/>
    </dgm:pt>
    <dgm:pt modelId="{50D6695E-18B4-4F0F-A6F6-05E65972A5F1}" type="pres">
      <dgm:prSet presAssocID="{60418405-DA16-4F89-858E-169013E1E642}" presName="node" presStyleLbl="node1" presStyleIdx="0" presStyleCnt="8">
        <dgm:presLayoutVars>
          <dgm:bulletEnabled val="1"/>
        </dgm:presLayoutVars>
      </dgm:prSet>
      <dgm:spPr/>
    </dgm:pt>
    <dgm:pt modelId="{242F2C67-A267-4645-8CC9-0B81AB79F80D}" type="pres">
      <dgm:prSet presAssocID="{C88BC5D2-CDF8-4960-9FBA-65FB1A312C6D}" presName="sibTrans" presStyleCnt="0"/>
      <dgm:spPr/>
    </dgm:pt>
    <dgm:pt modelId="{91E1D308-18C8-41CB-B5CC-EDDB4267F1C3}" type="pres">
      <dgm:prSet presAssocID="{C9695F61-6B8D-45C1-8CFD-4C15008E05D6}" presName="node" presStyleLbl="node1" presStyleIdx="1" presStyleCnt="8">
        <dgm:presLayoutVars>
          <dgm:bulletEnabled val="1"/>
        </dgm:presLayoutVars>
      </dgm:prSet>
      <dgm:spPr/>
    </dgm:pt>
    <dgm:pt modelId="{21DB6BA8-131D-4433-B942-8F4FBBD2CF8D}" type="pres">
      <dgm:prSet presAssocID="{DD645D5E-19C7-4404-B9CC-7878F4524539}" presName="sibTrans" presStyleCnt="0"/>
      <dgm:spPr/>
    </dgm:pt>
    <dgm:pt modelId="{48AFB70B-E1F7-4599-9B1A-385CA2976B6C}" type="pres">
      <dgm:prSet presAssocID="{48DDF97C-10BE-4F74-BCB9-C18349481277}" presName="node" presStyleLbl="node1" presStyleIdx="2" presStyleCnt="8">
        <dgm:presLayoutVars>
          <dgm:bulletEnabled val="1"/>
        </dgm:presLayoutVars>
      </dgm:prSet>
      <dgm:spPr/>
    </dgm:pt>
    <dgm:pt modelId="{D2453D76-34B3-48D2-A6F3-2D50E85A4FCF}" type="pres">
      <dgm:prSet presAssocID="{F79343AA-29CD-4317-BBC0-FABCD55BDE58}" presName="sibTrans" presStyleCnt="0"/>
      <dgm:spPr/>
    </dgm:pt>
    <dgm:pt modelId="{B9AB694B-67D1-49C6-B10E-BA2C57F1153F}" type="pres">
      <dgm:prSet presAssocID="{0DF8117C-CDB5-49CD-88CB-507A00622ACC}" presName="node" presStyleLbl="node1" presStyleIdx="3" presStyleCnt="8">
        <dgm:presLayoutVars>
          <dgm:bulletEnabled val="1"/>
        </dgm:presLayoutVars>
      </dgm:prSet>
      <dgm:spPr/>
    </dgm:pt>
    <dgm:pt modelId="{61664A1F-B164-45D6-837C-FB25AB4EE325}" type="pres">
      <dgm:prSet presAssocID="{42A9AC91-5728-44BB-8CCA-07C6AD24A98B}" presName="sibTrans" presStyleCnt="0"/>
      <dgm:spPr/>
    </dgm:pt>
    <dgm:pt modelId="{9AA75D4A-197F-44ED-8B7A-74A5B1A7060C}" type="pres">
      <dgm:prSet presAssocID="{44FC1DEF-68F7-4B03-BC14-406D7CBF0530}" presName="node" presStyleLbl="node1" presStyleIdx="4" presStyleCnt="8">
        <dgm:presLayoutVars>
          <dgm:bulletEnabled val="1"/>
        </dgm:presLayoutVars>
      </dgm:prSet>
      <dgm:spPr/>
    </dgm:pt>
    <dgm:pt modelId="{090188AD-B136-401E-98C5-8BD37F56D6BE}" type="pres">
      <dgm:prSet presAssocID="{043AB2F4-B8D4-4D9F-A0F8-FF2B11EB1460}" presName="sibTrans" presStyleCnt="0"/>
      <dgm:spPr/>
    </dgm:pt>
    <dgm:pt modelId="{AA0CBC6E-30AA-46DF-8348-5ECA81A065E2}" type="pres">
      <dgm:prSet presAssocID="{B7454587-0E4B-476B-82AF-00E521558BAD}" presName="node" presStyleLbl="node1" presStyleIdx="5" presStyleCnt="8">
        <dgm:presLayoutVars>
          <dgm:bulletEnabled val="1"/>
        </dgm:presLayoutVars>
      </dgm:prSet>
      <dgm:spPr/>
    </dgm:pt>
    <dgm:pt modelId="{DE948D66-F44F-453B-9DEC-7DB365D2D4D0}" type="pres">
      <dgm:prSet presAssocID="{76FD94E5-ED77-4284-A9F0-8C081A9BA2B9}" presName="sibTrans" presStyleCnt="0"/>
      <dgm:spPr/>
    </dgm:pt>
    <dgm:pt modelId="{D752136D-A320-4B0D-9015-A4BB5ABBA10E}" type="pres">
      <dgm:prSet presAssocID="{9771699C-C12D-458A-9D06-E4EFF6A5A88C}" presName="node" presStyleLbl="node1" presStyleIdx="6" presStyleCnt="8">
        <dgm:presLayoutVars>
          <dgm:bulletEnabled val="1"/>
        </dgm:presLayoutVars>
      </dgm:prSet>
      <dgm:spPr/>
    </dgm:pt>
    <dgm:pt modelId="{87E7C25C-DAE6-4B46-89DC-BE38F42D679F}" type="pres">
      <dgm:prSet presAssocID="{CF067FD6-03EA-4FA8-8503-AC2FEC46B63D}" presName="sibTrans" presStyleCnt="0"/>
      <dgm:spPr/>
    </dgm:pt>
    <dgm:pt modelId="{60273E4D-D29F-44A7-BC79-FA4AEF26B7D7}" type="pres">
      <dgm:prSet presAssocID="{35FB6548-1993-4D74-8A11-D67CDAE67D7D}" presName="node" presStyleLbl="node1" presStyleIdx="7" presStyleCnt="8">
        <dgm:presLayoutVars>
          <dgm:bulletEnabled val="1"/>
        </dgm:presLayoutVars>
      </dgm:prSet>
      <dgm:spPr/>
    </dgm:pt>
  </dgm:ptLst>
  <dgm:cxnLst>
    <dgm:cxn modelId="{781F6016-FBA0-4B15-A50D-B1B7BEBA585D}" type="presOf" srcId="{A9F2DD5A-F673-4A2F-8BB6-E5F334F66F51}" destId="{C286471D-0DA9-47CD-9E36-41C1C11640BB}" srcOrd="0" destOrd="0" presId="urn:microsoft.com/office/officeart/2005/8/layout/default"/>
    <dgm:cxn modelId="{B9E8FD21-B53D-441D-BB4D-9A4779DE4802}" type="presOf" srcId="{0DF8117C-CDB5-49CD-88CB-507A00622ACC}" destId="{B9AB694B-67D1-49C6-B10E-BA2C57F1153F}" srcOrd="0" destOrd="0" presId="urn:microsoft.com/office/officeart/2005/8/layout/default"/>
    <dgm:cxn modelId="{972BC331-A53F-4705-A092-6A451BC5AA7C}" type="presOf" srcId="{B7454587-0E4B-476B-82AF-00E521558BAD}" destId="{AA0CBC6E-30AA-46DF-8348-5ECA81A065E2}" srcOrd="0" destOrd="0" presId="urn:microsoft.com/office/officeart/2005/8/layout/default"/>
    <dgm:cxn modelId="{79992836-0F51-4437-8CFA-044EC4B4CEA7}" type="presOf" srcId="{35FB6548-1993-4D74-8A11-D67CDAE67D7D}" destId="{60273E4D-D29F-44A7-BC79-FA4AEF26B7D7}" srcOrd="0" destOrd="0" presId="urn:microsoft.com/office/officeart/2005/8/layout/default"/>
    <dgm:cxn modelId="{C6949136-7080-404A-9A30-A7B09F7350D9}" srcId="{A9F2DD5A-F673-4A2F-8BB6-E5F334F66F51}" destId="{B7454587-0E4B-476B-82AF-00E521558BAD}" srcOrd="5" destOrd="0" parTransId="{4EC45CEE-902C-45DC-9AA1-CA4930789166}" sibTransId="{76FD94E5-ED77-4284-A9F0-8C081A9BA2B9}"/>
    <dgm:cxn modelId="{7E168261-13EB-45D8-8854-B295493B72FA}" type="presOf" srcId="{44FC1DEF-68F7-4B03-BC14-406D7CBF0530}" destId="{9AA75D4A-197F-44ED-8B7A-74A5B1A7060C}" srcOrd="0" destOrd="0" presId="urn:microsoft.com/office/officeart/2005/8/layout/default"/>
    <dgm:cxn modelId="{C6CE3347-7814-478E-B0C4-BCEA9837B06E}" type="presOf" srcId="{9771699C-C12D-458A-9D06-E4EFF6A5A88C}" destId="{D752136D-A320-4B0D-9015-A4BB5ABBA10E}" srcOrd="0" destOrd="0" presId="urn:microsoft.com/office/officeart/2005/8/layout/default"/>
    <dgm:cxn modelId="{F807986C-C045-402A-B46B-161F858DB604}" srcId="{A9F2DD5A-F673-4A2F-8BB6-E5F334F66F51}" destId="{60418405-DA16-4F89-858E-169013E1E642}" srcOrd="0" destOrd="0" parTransId="{CA8754B0-0250-468A-AF8F-3C123D530C1A}" sibTransId="{C88BC5D2-CDF8-4960-9FBA-65FB1A312C6D}"/>
    <dgm:cxn modelId="{B9AF4270-5760-4AE0-9E68-30450249A0A0}" srcId="{A9F2DD5A-F673-4A2F-8BB6-E5F334F66F51}" destId="{0DF8117C-CDB5-49CD-88CB-507A00622ACC}" srcOrd="3" destOrd="0" parTransId="{C28104C6-83B0-4EB0-9754-E0E1594320ED}" sibTransId="{42A9AC91-5728-44BB-8CCA-07C6AD24A98B}"/>
    <dgm:cxn modelId="{E248C277-3048-4738-ACF8-A14C499A5A29}" srcId="{A9F2DD5A-F673-4A2F-8BB6-E5F334F66F51}" destId="{48DDF97C-10BE-4F74-BCB9-C18349481277}" srcOrd="2" destOrd="0" parTransId="{8DCDD2D5-89FC-4170-9D17-E7DB8E45BD7F}" sibTransId="{F79343AA-29CD-4317-BBC0-FABCD55BDE58}"/>
    <dgm:cxn modelId="{DC860058-550E-4597-8872-FFBAA406DA0C}" type="presOf" srcId="{60418405-DA16-4F89-858E-169013E1E642}" destId="{50D6695E-18B4-4F0F-A6F6-05E65972A5F1}" srcOrd="0" destOrd="0" presId="urn:microsoft.com/office/officeart/2005/8/layout/default"/>
    <dgm:cxn modelId="{4EFEF59A-8D10-44CE-BC90-9CA35A47414A}" srcId="{A9F2DD5A-F673-4A2F-8BB6-E5F334F66F51}" destId="{9771699C-C12D-458A-9D06-E4EFF6A5A88C}" srcOrd="6" destOrd="0" parTransId="{2CD90325-ED99-4C2D-8C7E-E74CFE7BDF36}" sibTransId="{CF067FD6-03EA-4FA8-8503-AC2FEC46B63D}"/>
    <dgm:cxn modelId="{BF79AFB5-F533-42BC-B2B8-AE7250007376}" srcId="{A9F2DD5A-F673-4A2F-8BB6-E5F334F66F51}" destId="{44FC1DEF-68F7-4B03-BC14-406D7CBF0530}" srcOrd="4" destOrd="0" parTransId="{2A5816CF-3ADF-444A-AEE5-F6227FEBEA53}" sibTransId="{043AB2F4-B8D4-4D9F-A0F8-FF2B11EB1460}"/>
    <dgm:cxn modelId="{839A57B8-D7AB-4663-96F1-E12F9C7AD816}" srcId="{A9F2DD5A-F673-4A2F-8BB6-E5F334F66F51}" destId="{35FB6548-1993-4D74-8A11-D67CDAE67D7D}" srcOrd="7" destOrd="0" parTransId="{2640209F-6654-48C7-9F8E-BEAE2205FBA2}" sibTransId="{FA8CE49C-D748-41D9-8E97-EE372E8BEEA4}"/>
    <dgm:cxn modelId="{8223ADEA-0F0A-4170-A624-76B7E1EC3C63}" type="presOf" srcId="{C9695F61-6B8D-45C1-8CFD-4C15008E05D6}" destId="{91E1D308-18C8-41CB-B5CC-EDDB4267F1C3}" srcOrd="0" destOrd="0" presId="urn:microsoft.com/office/officeart/2005/8/layout/default"/>
    <dgm:cxn modelId="{8C33A3FB-463C-4EF3-9954-B9C7A2C6A896}" type="presOf" srcId="{48DDF97C-10BE-4F74-BCB9-C18349481277}" destId="{48AFB70B-E1F7-4599-9B1A-385CA2976B6C}" srcOrd="0" destOrd="0" presId="urn:microsoft.com/office/officeart/2005/8/layout/default"/>
    <dgm:cxn modelId="{DCC4B7FD-E594-405C-A415-67A42D85E223}" srcId="{A9F2DD5A-F673-4A2F-8BB6-E5F334F66F51}" destId="{C9695F61-6B8D-45C1-8CFD-4C15008E05D6}" srcOrd="1" destOrd="0" parTransId="{784B230F-2A74-4891-B985-9A01426B98ED}" sibTransId="{DD645D5E-19C7-4404-B9CC-7878F4524539}"/>
    <dgm:cxn modelId="{EACE4295-8704-46A9-A6C5-D1CF6BAEA2AB}" type="presParOf" srcId="{C286471D-0DA9-47CD-9E36-41C1C11640BB}" destId="{50D6695E-18B4-4F0F-A6F6-05E65972A5F1}" srcOrd="0" destOrd="0" presId="urn:microsoft.com/office/officeart/2005/8/layout/default"/>
    <dgm:cxn modelId="{79E9DD0E-2D7A-44C0-9152-0B27742054D8}" type="presParOf" srcId="{C286471D-0DA9-47CD-9E36-41C1C11640BB}" destId="{242F2C67-A267-4645-8CC9-0B81AB79F80D}" srcOrd="1" destOrd="0" presId="urn:microsoft.com/office/officeart/2005/8/layout/default"/>
    <dgm:cxn modelId="{FB296110-77AC-47FA-80C7-3CF584F5E284}" type="presParOf" srcId="{C286471D-0DA9-47CD-9E36-41C1C11640BB}" destId="{91E1D308-18C8-41CB-B5CC-EDDB4267F1C3}" srcOrd="2" destOrd="0" presId="urn:microsoft.com/office/officeart/2005/8/layout/default"/>
    <dgm:cxn modelId="{F0C78F93-6EA5-4EA1-A332-20108CB090C8}" type="presParOf" srcId="{C286471D-0DA9-47CD-9E36-41C1C11640BB}" destId="{21DB6BA8-131D-4433-B942-8F4FBBD2CF8D}" srcOrd="3" destOrd="0" presId="urn:microsoft.com/office/officeart/2005/8/layout/default"/>
    <dgm:cxn modelId="{FF2C105B-93F2-42F7-9B03-4BDCD36EE4C7}" type="presParOf" srcId="{C286471D-0DA9-47CD-9E36-41C1C11640BB}" destId="{48AFB70B-E1F7-4599-9B1A-385CA2976B6C}" srcOrd="4" destOrd="0" presId="urn:microsoft.com/office/officeart/2005/8/layout/default"/>
    <dgm:cxn modelId="{15CAA80F-CD27-46E5-A3E5-5175B7072D0D}" type="presParOf" srcId="{C286471D-0DA9-47CD-9E36-41C1C11640BB}" destId="{D2453D76-34B3-48D2-A6F3-2D50E85A4FCF}" srcOrd="5" destOrd="0" presId="urn:microsoft.com/office/officeart/2005/8/layout/default"/>
    <dgm:cxn modelId="{59C332A8-24A9-4E62-A1EE-3E23FEB1AE32}" type="presParOf" srcId="{C286471D-0DA9-47CD-9E36-41C1C11640BB}" destId="{B9AB694B-67D1-49C6-B10E-BA2C57F1153F}" srcOrd="6" destOrd="0" presId="urn:microsoft.com/office/officeart/2005/8/layout/default"/>
    <dgm:cxn modelId="{EF36228E-FF79-4FB9-8C66-337F74A15DC3}" type="presParOf" srcId="{C286471D-0DA9-47CD-9E36-41C1C11640BB}" destId="{61664A1F-B164-45D6-837C-FB25AB4EE325}" srcOrd="7" destOrd="0" presId="urn:microsoft.com/office/officeart/2005/8/layout/default"/>
    <dgm:cxn modelId="{CE174A99-53DE-4203-B6EA-3AB8A43A7EAF}" type="presParOf" srcId="{C286471D-0DA9-47CD-9E36-41C1C11640BB}" destId="{9AA75D4A-197F-44ED-8B7A-74A5B1A7060C}" srcOrd="8" destOrd="0" presId="urn:microsoft.com/office/officeart/2005/8/layout/default"/>
    <dgm:cxn modelId="{646575EF-3564-44D6-8F8A-C8C290F39C55}" type="presParOf" srcId="{C286471D-0DA9-47CD-9E36-41C1C11640BB}" destId="{090188AD-B136-401E-98C5-8BD37F56D6BE}" srcOrd="9" destOrd="0" presId="urn:microsoft.com/office/officeart/2005/8/layout/default"/>
    <dgm:cxn modelId="{696DA271-EFD8-4DF9-807C-0D6654CDD6A8}" type="presParOf" srcId="{C286471D-0DA9-47CD-9E36-41C1C11640BB}" destId="{AA0CBC6E-30AA-46DF-8348-5ECA81A065E2}" srcOrd="10" destOrd="0" presId="urn:microsoft.com/office/officeart/2005/8/layout/default"/>
    <dgm:cxn modelId="{06D1760F-E47F-4625-BD2B-8D67E8C029B5}" type="presParOf" srcId="{C286471D-0DA9-47CD-9E36-41C1C11640BB}" destId="{DE948D66-F44F-453B-9DEC-7DB365D2D4D0}" srcOrd="11" destOrd="0" presId="urn:microsoft.com/office/officeart/2005/8/layout/default"/>
    <dgm:cxn modelId="{4228A8C8-63FF-457E-AA2A-83FFFA04B399}" type="presParOf" srcId="{C286471D-0DA9-47CD-9E36-41C1C11640BB}" destId="{D752136D-A320-4B0D-9015-A4BB5ABBA10E}" srcOrd="12" destOrd="0" presId="urn:microsoft.com/office/officeart/2005/8/layout/default"/>
    <dgm:cxn modelId="{4CA4D1EE-DB88-49F9-903B-EB89492BC463}" type="presParOf" srcId="{C286471D-0DA9-47CD-9E36-41C1C11640BB}" destId="{87E7C25C-DAE6-4B46-89DC-BE38F42D679F}" srcOrd="13" destOrd="0" presId="urn:microsoft.com/office/officeart/2005/8/layout/default"/>
    <dgm:cxn modelId="{AFB3F83E-FE17-42B2-9103-1CAECB1E3EFC}" type="presParOf" srcId="{C286471D-0DA9-47CD-9E36-41C1C11640BB}" destId="{60273E4D-D29F-44A7-BC79-FA4AEF26B7D7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7E903DF-0AA5-4CDC-BA28-37E78B231F03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1B99C8C-4B80-4D47-87B6-FF26F69FF368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0" i="0" baseline="0"/>
            <a:t>Internet de les Coses (IoT)</a:t>
          </a:r>
          <a:endParaRPr lang="en-US"/>
        </a:p>
      </dgm:t>
    </dgm:pt>
    <dgm:pt modelId="{FCED1EAF-E11F-40FA-8276-1301DE8EC41B}" type="parTrans" cxnId="{388FF194-FCD8-4AFD-B389-823A642D6BBD}">
      <dgm:prSet/>
      <dgm:spPr/>
      <dgm:t>
        <a:bodyPr/>
        <a:lstStyle/>
        <a:p>
          <a:endParaRPr lang="en-US"/>
        </a:p>
      </dgm:t>
    </dgm:pt>
    <dgm:pt modelId="{936970DB-958B-4E05-9AC0-E8673687AA78}" type="sibTrans" cxnId="{388FF194-FCD8-4AFD-B389-823A642D6BBD}">
      <dgm:prSet/>
      <dgm:spPr/>
      <dgm:t>
        <a:bodyPr/>
        <a:lstStyle/>
        <a:p>
          <a:endParaRPr lang="en-US"/>
        </a:p>
      </dgm:t>
    </dgm:pt>
    <dgm:pt modelId="{88BF65AB-6EDE-4A40-8D85-00DEFD99D28C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0" i="0" baseline="0"/>
            <a:t>Big Data</a:t>
          </a:r>
          <a:endParaRPr lang="en-US"/>
        </a:p>
      </dgm:t>
    </dgm:pt>
    <dgm:pt modelId="{A5C6D565-25DF-404F-A98E-9AA62C5BD70E}" type="parTrans" cxnId="{BFE20D2C-67DF-48B6-8D09-BDAE355E4E6E}">
      <dgm:prSet/>
      <dgm:spPr/>
      <dgm:t>
        <a:bodyPr/>
        <a:lstStyle/>
        <a:p>
          <a:endParaRPr lang="en-US"/>
        </a:p>
      </dgm:t>
    </dgm:pt>
    <dgm:pt modelId="{00E0E234-E3CF-422F-B92F-71D6C383C5B3}" type="sibTrans" cxnId="{BFE20D2C-67DF-48B6-8D09-BDAE355E4E6E}">
      <dgm:prSet/>
      <dgm:spPr/>
      <dgm:t>
        <a:bodyPr/>
        <a:lstStyle/>
        <a:p>
          <a:endParaRPr lang="en-US"/>
        </a:p>
      </dgm:t>
    </dgm:pt>
    <dgm:pt modelId="{462A1CE6-D32B-49EE-861C-F64897CC7801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0" i="0" baseline="0"/>
            <a:t>Intel·ligència Artificial (IA)</a:t>
          </a:r>
          <a:endParaRPr lang="en-US"/>
        </a:p>
      </dgm:t>
    </dgm:pt>
    <dgm:pt modelId="{A2EB54C6-1D2B-47AC-AC97-E273D2871878}" type="parTrans" cxnId="{118204BF-5DBF-4428-B192-A60F00603C3B}">
      <dgm:prSet/>
      <dgm:spPr/>
      <dgm:t>
        <a:bodyPr/>
        <a:lstStyle/>
        <a:p>
          <a:endParaRPr lang="en-US"/>
        </a:p>
      </dgm:t>
    </dgm:pt>
    <dgm:pt modelId="{23E11840-81EA-4556-A333-3B6CC3592FA4}" type="sibTrans" cxnId="{118204BF-5DBF-4428-B192-A60F00603C3B}">
      <dgm:prSet/>
      <dgm:spPr/>
      <dgm:t>
        <a:bodyPr/>
        <a:lstStyle/>
        <a:p>
          <a:endParaRPr lang="en-US"/>
        </a:p>
      </dgm:t>
    </dgm:pt>
    <dgm:pt modelId="{766AE6C6-A652-4B15-AE17-A72CD7CF0C23}" type="pres">
      <dgm:prSet presAssocID="{87E903DF-0AA5-4CDC-BA28-37E78B231F03}" presName="root" presStyleCnt="0">
        <dgm:presLayoutVars>
          <dgm:dir/>
          <dgm:resizeHandles val="exact"/>
        </dgm:presLayoutVars>
      </dgm:prSet>
      <dgm:spPr/>
    </dgm:pt>
    <dgm:pt modelId="{863037F0-C34B-4AB2-AFA9-A2B9D0670C94}" type="pres">
      <dgm:prSet presAssocID="{B1B99C8C-4B80-4D47-87B6-FF26F69FF368}" presName="compNode" presStyleCnt="0"/>
      <dgm:spPr/>
    </dgm:pt>
    <dgm:pt modelId="{70B15904-35F6-4D0A-BC29-841A9F9A84C1}" type="pres">
      <dgm:prSet presAssocID="{B1B99C8C-4B80-4D47-87B6-FF26F69FF36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53F993BA-6151-4BF5-97EE-62CE4308CF77}" type="pres">
      <dgm:prSet presAssocID="{B1B99C8C-4B80-4D47-87B6-FF26F69FF368}" presName="spaceRect" presStyleCnt="0"/>
      <dgm:spPr/>
    </dgm:pt>
    <dgm:pt modelId="{8E9290D0-A448-480E-A3C2-FFC327167C6E}" type="pres">
      <dgm:prSet presAssocID="{B1B99C8C-4B80-4D47-87B6-FF26F69FF368}" presName="textRect" presStyleLbl="revTx" presStyleIdx="0" presStyleCnt="3">
        <dgm:presLayoutVars>
          <dgm:chMax val="1"/>
          <dgm:chPref val="1"/>
        </dgm:presLayoutVars>
      </dgm:prSet>
      <dgm:spPr/>
    </dgm:pt>
    <dgm:pt modelId="{84B9F1D3-9542-4CF5-83EF-4C680825BA7B}" type="pres">
      <dgm:prSet presAssocID="{936970DB-958B-4E05-9AC0-E8673687AA78}" presName="sibTrans" presStyleCnt="0"/>
      <dgm:spPr/>
    </dgm:pt>
    <dgm:pt modelId="{E8CC25C2-D8A3-45CA-8B73-896B8C53186B}" type="pres">
      <dgm:prSet presAssocID="{88BF65AB-6EDE-4A40-8D85-00DEFD99D28C}" presName="compNode" presStyleCnt="0"/>
      <dgm:spPr/>
    </dgm:pt>
    <dgm:pt modelId="{4C5CAF78-A8AD-40E9-A7EE-809CFAC58477}" type="pres">
      <dgm:prSet presAssocID="{88BF65AB-6EDE-4A40-8D85-00DEFD99D28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BF701849-1D8D-431F-ABBC-9B63D4C160E2}" type="pres">
      <dgm:prSet presAssocID="{88BF65AB-6EDE-4A40-8D85-00DEFD99D28C}" presName="spaceRect" presStyleCnt="0"/>
      <dgm:spPr/>
    </dgm:pt>
    <dgm:pt modelId="{8145A9E8-3C56-4D4C-9E5F-8BDA2F0F6294}" type="pres">
      <dgm:prSet presAssocID="{88BF65AB-6EDE-4A40-8D85-00DEFD99D28C}" presName="textRect" presStyleLbl="revTx" presStyleIdx="1" presStyleCnt="3">
        <dgm:presLayoutVars>
          <dgm:chMax val="1"/>
          <dgm:chPref val="1"/>
        </dgm:presLayoutVars>
      </dgm:prSet>
      <dgm:spPr/>
    </dgm:pt>
    <dgm:pt modelId="{AE9792AC-FA19-438B-8D9F-775076F121EB}" type="pres">
      <dgm:prSet presAssocID="{00E0E234-E3CF-422F-B92F-71D6C383C5B3}" presName="sibTrans" presStyleCnt="0"/>
      <dgm:spPr/>
    </dgm:pt>
    <dgm:pt modelId="{01E0CCF4-5DC4-4285-AB1F-CDEB67A06019}" type="pres">
      <dgm:prSet presAssocID="{462A1CE6-D32B-49EE-861C-F64897CC7801}" presName="compNode" presStyleCnt="0"/>
      <dgm:spPr/>
    </dgm:pt>
    <dgm:pt modelId="{43F4F9DA-8C9E-4821-834D-1397DD9EC8F6}" type="pres">
      <dgm:prSet presAssocID="{462A1CE6-D32B-49EE-861C-F64897CC780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1C713121-F215-4BEC-97AD-A6C694FA9892}" type="pres">
      <dgm:prSet presAssocID="{462A1CE6-D32B-49EE-861C-F64897CC7801}" presName="spaceRect" presStyleCnt="0"/>
      <dgm:spPr/>
    </dgm:pt>
    <dgm:pt modelId="{F0B4B7A8-668E-42A2-855B-67B190B664F8}" type="pres">
      <dgm:prSet presAssocID="{462A1CE6-D32B-49EE-861C-F64897CC780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BD25500-9AB5-4D45-B26B-CA8330F451C0}" type="presOf" srcId="{462A1CE6-D32B-49EE-861C-F64897CC7801}" destId="{F0B4B7A8-668E-42A2-855B-67B190B664F8}" srcOrd="0" destOrd="0" presId="urn:microsoft.com/office/officeart/2018/2/layout/IconLabelList"/>
    <dgm:cxn modelId="{BFE20D2C-67DF-48B6-8D09-BDAE355E4E6E}" srcId="{87E903DF-0AA5-4CDC-BA28-37E78B231F03}" destId="{88BF65AB-6EDE-4A40-8D85-00DEFD99D28C}" srcOrd="1" destOrd="0" parTransId="{A5C6D565-25DF-404F-A98E-9AA62C5BD70E}" sibTransId="{00E0E234-E3CF-422F-B92F-71D6C383C5B3}"/>
    <dgm:cxn modelId="{50377A4C-301D-4CE0-A73B-7BF844DF82B6}" type="presOf" srcId="{88BF65AB-6EDE-4A40-8D85-00DEFD99D28C}" destId="{8145A9E8-3C56-4D4C-9E5F-8BDA2F0F6294}" srcOrd="0" destOrd="0" presId="urn:microsoft.com/office/officeart/2018/2/layout/IconLabelList"/>
    <dgm:cxn modelId="{FED44159-77AE-428E-AD64-5D49F652EC28}" type="presOf" srcId="{B1B99C8C-4B80-4D47-87B6-FF26F69FF368}" destId="{8E9290D0-A448-480E-A3C2-FFC327167C6E}" srcOrd="0" destOrd="0" presId="urn:microsoft.com/office/officeart/2018/2/layout/IconLabelList"/>
    <dgm:cxn modelId="{E708A989-A03D-4EC1-B74C-401C1FD1DFF4}" type="presOf" srcId="{87E903DF-0AA5-4CDC-BA28-37E78B231F03}" destId="{766AE6C6-A652-4B15-AE17-A72CD7CF0C23}" srcOrd="0" destOrd="0" presId="urn:microsoft.com/office/officeart/2018/2/layout/IconLabelList"/>
    <dgm:cxn modelId="{388FF194-FCD8-4AFD-B389-823A642D6BBD}" srcId="{87E903DF-0AA5-4CDC-BA28-37E78B231F03}" destId="{B1B99C8C-4B80-4D47-87B6-FF26F69FF368}" srcOrd="0" destOrd="0" parTransId="{FCED1EAF-E11F-40FA-8276-1301DE8EC41B}" sibTransId="{936970DB-958B-4E05-9AC0-E8673687AA78}"/>
    <dgm:cxn modelId="{118204BF-5DBF-4428-B192-A60F00603C3B}" srcId="{87E903DF-0AA5-4CDC-BA28-37E78B231F03}" destId="{462A1CE6-D32B-49EE-861C-F64897CC7801}" srcOrd="2" destOrd="0" parTransId="{A2EB54C6-1D2B-47AC-AC97-E273D2871878}" sibTransId="{23E11840-81EA-4556-A333-3B6CC3592FA4}"/>
    <dgm:cxn modelId="{D56941FD-67E8-46F8-ABBD-F28F6F4BD93A}" type="presParOf" srcId="{766AE6C6-A652-4B15-AE17-A72CD7CF0C23}" destId="{863037F0-C34B-4AB2-AFA9-A2B9D0670C94}" srcOrd="0" destOrd="0" presId="urn:microsoft.com/office/officeart/2018/2/layout/IconLabelList"/>
    <dgm:cxn modelId="{9D55B433-B5AC-4845-A000-EB468073B925}" type="presParOf" srcId="{863037F0-C34B-4AB2-AFA9-A2B9D0670C94}" destId="{70B15904-35F6-4D0A-BC29-841A9F9A84C1}" srcOrd="0" destOrd="0" presId="urn:microsoft.com/office/officeart/2018/2/layout/IconLabelList"/>
    <dgm:cxn modelId="{B525B09B-CE14-48A3-AB69-35288E72D0C7}" type="presParOf" srcId="{863037F0-C34B-4AB2-AFA9-A2B9D0670C94}" destId="{53F993BA-6151-4BF5-97EE-62CE4308CF77}" srcOrd="1" destOrd="0" presId="urn:microsoft.com/office/officeart/2018/2/layout/IconLabelList"/>
    <dgm:cxn modelId="{5899B292-CF91-4680-96B7-D8AAFF9517D7}" type="presParOf" srcId="{863037F0-C34B-4AB2-AFA9-A2B9D0670C94}" destId="{8E9290D0-A448-480E-A3C2-FFC327167C6E}" srcOrd="2" destOrd="0" presId="urn:microsoft.com/office/officeart/2018/2/layout/IconLabelList"/>
    <dgm:cxn modelId="{78DB63CF-78F2-46FD-8980-F3BBFB3F77AA}" type="presParOf" srcId="{766AE6C6-A652-4B15-AE17-A72CD7CF0C23}" destId="{84B9F1D3-9542-4CF5-83EF-4C680825BA7B}" srcOrd="1" destOrd="0" presId="urn:microsoft.com/office/officeart/2018/2/layout/IconLabelList"/>
    <dgm:cxn modelId="{64D18795-A191-4E41-A215-A95A1FED170F}" type="presParOf" srcId="{766AE6C6-A652-4B15-AE17-A72CD7CF0C23}" destId="{E8CC25C2-D8A3-45CA-8B73-896B8C53186B}" srcOrd="2" destOrd="0" presId="urn:microsoft.com/office/officeart/2018/2/layout/IconLabelList"/>
    <dgm:cxn modelId="{7EE67CBE-3093-4FB0-BB02-4670F7304A19}" type="presParOf" srcId="{E8CC25C2-D8A3-45CA-8B73-896B8C53186B}" destId="{4C5CAF78-A8AD-40E9-A7EE-809CFAC58477}" srcOrd="0" destOrd="0" presId="urn:microsoft.com/office/officeart/2018/2/layout/IconLabelList"/>
    <dgm:cxn modelId="{C5732686-8812-4390-80E9-6863930C9F87}" type="presParOf" srcId="{E8CC25C2-D8A3-45CA-8B73-896B8C53186B}" destId="{BF701849-1D8D-431F-ABBC-9B63D4C160E2}" srcOrd="1" destOrd="0" presId="urn:microsoft.com/office/officeart/2018/2/layout/IconLabelList"/>
    <dgm:cxn modelId="{09A23AF6-BB5F-46F1-889E-D2A77753C461}" type="presParOf" srcId="{E8CC25C2-D8A3-45CA-8B73-896B8C53186B}" destId="{8145A9E8-3C56-4D4C-9E5F-8BDA2F0F6294}" srcOrd="2" destOrd="0" presId="urn:microsoft.com/office/officeart/2018/2/layout/IconLabelList"/>
    <dgm:cxn modelId="{7E90A112-3BA0-4C55-B0B2-8D6735BD589E}" type="presParOf" srcId="{766AE6C6-A652-4B15-AE17-A72CD7CF0C23}" destId="{AE9792AC-FA19-438B-8D9F-775076F121EB}" srcOrd="3" destOrd="0" presId="urn:microsoft.com/office/officeart/2018/2/layout/IconLabelList"/>
    <dgm:cxn modelId="{B85E50CA-368E-4BF5-9C85-C3E4872C39A4}" type="presParOf" srcId="{766AE6C6-A652-4B15-AE17-A72CD7CF0C23}" destId="{01E0CCF4-5DC4-4285-AB1F-CDEB67A06019}" srcOrd="4" destOrd="0" presId="urn:microsoft.com/office/officeart/2018/2/layout/IconLabelList"/>
    <dgm:cxn modelId="{E6652F05-739B-4C2E-9A38-3FBA92EBD859}" type="presParOf" srcId="{01E0CCF4-5DC4-4285-AB1F-CDEB67A06019}" destId="{43F4F9DA-8C9E-4821-834D-1397DD9EC8F6}" srcOrd="0" destOrd="0" presId="urn:microsoft.com/office/officeart/2018/2/layout/IconLabelList"/>
    <dgm:cxn modelId="{B5E6CE04-3F51-4C40-BF70-9E5A49528F62}" type="presParOf" srcId="{01E0CCF4-5DC4-4285-AB1F-CDEB67A06019}" destId="{1C713121-F215-4BEC-97AD-A6C694FA9892}" srcOrd="1" destOrd="0" presId="urn:microsoft.com/office/officeart/2018/2/layout/IconLabelList"/>
    <dgm:cxn modelId="{427817CC-DE17-47D1-9071-D925545B1F77}" type="presParOf" srcId="{01E0CCF4-5DC4-4285-AB1F-CDEB67A06019}" destId="{F0B4B7A8-668E-42A2-855B-67B190B664F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E0694EE-BB7B-445A-8A87-0455092EBDC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17855F0-7DF0-42B6-A597-36BE939D9393}">
      <dgm:prSet/>
      <dgm:spPr/>
      <dgm:t>
        <a:bodyPr/>
        <a:lstStyle/>
        <a:p>
          <a:r>
            <a:rPr lang="es-ES" b="0" i="0" baseline="0"/>
            <a:t>Dispositius amb sensors connectats a la xarxa</a:t>
          </a:r>
          <a:endParaRPr lang="en-US"/>
        </a:p>
      </dgm:t>
    </dgm:pt>
    <dgm:pt modelId="{C381B5E0-8B63-4F4D-81A0-F322A04775A9}" type="parTrans" cxnId="{48932FDB-08C8-4544-975C-4717C9D28587}">
      <dgm:prSet/>
      <dgm:spPr/>
      <dgm:t>
        <a:bodyPr/>
        <a:lstStyle/>
        <a:p>
          <a:endParaRPr lang="en-US"/>
        </a:p>
      </dgm:t>
    </dgm:pt>
    <dgm:pt modelId="{3FF0B730-F2DE-4727-9078-C56EBB3DB330}" type="sibTrans" cxnId="{48932FDB-08C8-4544-975C-4717C9D28587}">
      <dgm:prSet/>
      <dgm:spPr/>
      <dgm:t>
        <a:bodyPr/>
        <a:lstStyle/>
        <a:p>
          <a:endParaRPr lang="en-US"/>
        </a:p>
      </dgm:t>
    </dgm:pt>
    <dgm:pt modelId="{C4E3B0F5-2B22-4D98-BACA-5B9D080C90F4}">
      <dgm:prSet/>
      <dgm:spPr/>
      <dgm:t>
        <a:bodyPr/>
        <a:lstStyle/>
        <a:p>
          <a:r>
            <a:rPr lang="es-ES" b="0" i="0" baseline="0"/>
            <a:t>Recullen dades en temps real</a:t>
          </a:r>
          <a:endParaRPr lang="en-US"/>
        </a:p>
      </dgm:t>
    </dgm:pt>
    <dgm:pt modelId="{6227B4FA-1C5B-444A-A2AC-C7AB1C01F9A6}" type="parTrans" cxnId="{DF3E120F-ABEE-43A4-984B-40869D204D12}">
      <dgm:prSet/>
      <dgm:spPr/>
      <dgm:t>
        <a:bodyPr/>
        <a:lstStyle/>
        <a:p>
          <a:endParaRPr lang="en-US"/>
        </a:p>
      </dgm:t>
    </dgm:pt>
    <dgm:pt modelId="{560970D0-7300-4A8A-9406-495E37F64D11}" type="sibTrans" cxnId="{DF3E120F-ABEE-43A4-984B-40869D204D12}">
      <dgm:prSet/>
      <dgm:spPr/>
      <dgm:t>
        <a:bodyPr/>
        <a:lstStyle/>
        <a:p>
          <a:endParaRPr lang="en-US"/>
        </a:p>
      </dgm:t>
    </dgm:pt>
    <dgm:pt modelId="{73AEB427-4FEA-419A-BAC7-CBA9C6FCAE05}">
      <dgm:prSet/>
      <dgm:spPr/>
      <dgm:t>
        <a:bodyPr/>
        <a:lstStyle/>
        <a:p>
          <a:r>
            <a:rPr lang="es-ES" b="0" i="0" baseline="0"/>
            <a:t>Control de temperatura i estat dels servidors</a:t>
          </a:r>
          <a:endParaRPr lang="en-US"/>
        </a:p>
      </dgm:t>
    </dgm:pt>
    <dgm:pt modelId="{01BB7089-DC5A-4F7C-BABC-2D8A98D91766}" type="parTrans" cxnId="{E600E68B-BF4A-40D0-A06D-E8B1AEEA397D}">
      <dgm:prSet/>
      <dgm:spPr/>
      <dgm:t>
        <a:bodyPr/>
        <a:lstStyle/>
        <a:p>
          <a:endParaRPr lang="en-US"/>
        </a:p>
      </dgm:t>
    </dgm:pt>
    <dgm:pt modelId="{9DAB6721-ED0A-40A4-A8F3-5385F851284D}" type="sibTrans" cxnId="{E600E68B-BF4A-40D0-A06D-E8B1AEEA397D}">
      <dgm:prSet/>
      <dgm:spPr/>
      <dgm:t>
        <a:bodyPr/>
        <a:lstStyle/>
        <a:p>
          <a:endParaRPr lang="en-US"/>
        </a:p>
      </dgm:t>
    </dgm:pt>
    <dgm:pt modelId="{1E1F6910-BAB9-41B9-B586-AEAA13B6C1E8}" type="pres">
      <dgm:prSet presAssocID="{7E0694EE-BB7B-445A-8A87-0455092EBDC6}" presName="linear" presStyleCnt="0">
        <dgm:presLayoutVars>
          <dgm:animLvl val="lvl"/>
          <dgm:resizeHandles val="exact"/>
        </dgm:presLayoutVars>
      </dgm:prSet>
      <dgm:spPr/>
    </dgm:pt>
    <dgm:pt modelId="{4467BF72-F1C2-447B-AA1E-C71FA66B53EF}" type="pres">
      <dgm:prSet presAssocID="{117855F0-7DF0-42B6-A597-36BE939D939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C39BE66-FB86-4773-8FBB-E476BDC411C3}" type="pres">
      <dgm:prSet presAssocID="{3FF0B730-F2DE-4727-9078-C56EBB3DB330}" presName="spacer" presStyleCnt="0"/>
      <dgm:spPr/>
    </dgm:pt>
    <dgm:pt modelId="{6AE39921-8563-475C-9791-1A66C80AF1C4}" type="pres">
      <dgm:prSet presAssocID="{C4E3B0F5-2B22-4D98-BACA-5B9D080C90F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0B644E6-5855-490A-96D8-321D4A96C43E}" type="pres">
      <dgm:prSet presAssocID="{560970D0-7300-4A8A-9406-495E37F64D11}" presName="spacer" presStyleCnt="0"/>
      <dgm:spPr/>
    </dgm:pt>
    <dgm:pt modelId="{90EE6BF9-B6C0-41CC-9331-5A11BA20FA4E}" type="pres">
      <dgm:prSet presAssocID="{73AEB427-4FEA-419A-BAC7-CBA9C6FCAE0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F3E120F-ABEE-43A4-984B-40869D204D12}" srcId="{7E0694EE-BB7B-445A-8A87-0455092EBDC6}" destId="{C4E3B0F5-2B22-4D98-BACA-5B9D080C90F4}" srcOrd="1" destOrd="0" parTransId="{6227B4FA-1C5B-444A-A2AC-C7AB1C01F9A6}" sibTransId="{560970D0-7300-4A8A-9406-495E37F64D11}"/>
    <dgm:cxn modelId="{E9054536-EB35-4534-A755-32E5EB7316D0}" type="presOf" srcId="{117855F0-7DF0-42B6-A597-36BE939D9393}" destId="{4467BF72-F1C2-447B-AA1E-C71FA66B53EF}" srcOrd="0" destOrd="0" presId="urn:microsoft.com/office/officeart/2005/8/layout/vList2"/>
    <dgm:cxn modelId="{2D1AAE4D-792C-4E44-8B20-343F58D4A8FC}" type="presOf" srcId="{C4E3B0F5-2B22-4D98-BACA-5B9D080C90F4}" destId="{6AE39921-8563-475C-9791-1A66C80AF1C4}" srcOrd="0" destOrd="0" presId="urn:microsoft.com/office/officeart/2005/8/layout/vList2"/>
    <dgm:cxn modelId="{E600E68B-BF4A-40D0-A06D-E8B1AEEA397D}" srcId="{7E0694EE-BB7B-445A-8A87-0455092EBDC6}" destId="{73AEB427-4FEA-419A-BAC7-CBA9C6FCAE05}" srcOrd="2" destOrd="0" parTransId="{01BB7089-DC5A-4F7C-BABC-2D8A98D91766}" sibTransId="{9DAB6721-ED0A-40A4-A8F3-5385F851284D}"/>
    <dgm:cxn modelId="{3E2548B7-6E06-4DCD-B73A-0F483B8B04EA}" type="presOf" srcId="{7E0694EE-BB7B-445A-8A87-0455092EBDC6}" destId="{1E1F6910-BAB9-41B9-B586-AEAA13B6C1E8}" srcOrd="0" destOrd="0" presId="urn:microsoft.com/office/officeart/2005/8/layout/vList2"/>
    <dgm:cxn modelId="{8BFA23D3-26F3-4358-A14D-DCDC13BA5547}" type="presOf" srcId="{73AEB427-4FEA-419A-BAC7-CBA9C6FCAE05}" destId="{90EE6BF9-B6C0-41CC-9331-5A11BA20FA4E}" srcOrd="0" destOrd="0" presId="urn:microsoft.com/office/officeart/2005/8/layout/vList2"/>
    <dgm:cxn modelId="{48932FDB-08C8-4544-975C-4717C9D28587}" srcId="{7E0694EE-BB7B-445A-8A87-0455092EBDC6}" destId="{117855F0-7DF0-42B6-A597-36BE939D9393}" srcOrd="0" destOrd="0" parTransId="{C381B5E0-8B63-4F4D-81A0-F322A04775A9}" sibTransId="{3FF0B730-F2DE-4727-9078-C56EBB3DB330}"/>
    <dgm:cxn modelId="{3CB6EC53-C09E-4214-BDBD-08B79D452662}" type="presParOf" srcId="{1E1F6910-BAB9-41B9-B586-AEAA13B6C1E8}" destId="{4467BF72-F1C2-447B-AA1E-C71FA66B53EF}" srcOrd="0" destOrd="0" presId="urn:microsoft.com/office/officeart/2005/8/layout/vList2"/>
    <dgm:cxn modelId="{33E7B7A9-7D5B-4B64-A32C-E6CC9C92DE69}" type="presParOf" srcId="{1E1F6910-BAB9-41B9-B586-AEAA13B6C1E8}" destId="{0C39BE66-FB86-4773-8FBB-E476BDC411C3}" srcOrd="1" destOrd="0" presId="urn:microsoft.com/office/officeart/2005/8/layout/vList2"/>
    <dgm:cxn modelId="{31081F15-1312-44F4-B2C2-DBEE9948E637}" type="presParOf" srcId="{1E1F6910-BAB9-41B9-B586-AEAA13B6C1E8}" destId="{6AE39921-8563-475C-9791-1A66C80AF1C4}" srcOrd="2" destOrd="0" presId="urn:microsoft.com/office/officeart/2005/8/layout/vList2"/>
    <dgm:cxn modelId="{852EC271-3B7F-40AD-97FE-5C85574BE001}" type="presParOf" srcId="{1E1F6910-BAB9-41B9-B586-AEAA13B6C1E8}" destId="{A0B644E6-5855-490A-96D8-321D4A96C43E}" srcOrd="3" destOrd="0" presId="urn:microsoft.com/office/officeart/2005/8/layout/vList2"/>
    <dgm:cxn modelId="{2CEDA2BA-8029-4152-9FAB-AEA2FF73C5CF}" type="presParOf" srcId="{1E1F6910-BAB9-41B9-B586-AEAA13B6C1E8}" destId="{90EE6BF9-B6C0-41CC-9331-5A11BA20FA4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5ED6C89-57FD-4B34-8C43-80D1990EBD08}" type="doc">
      <dgm:prSet loTypeId="urn:microsoft.com/office/officeart/2005/8/layout/vList2" loCatId="list" qsTypeId="urn:microsoft.com/office/officeart/2005/8/quickstyle/simple2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5C2BDD3-54D1-4C5F-975B-BFA0FA26B882}">
      <dgm:prSet/>
      <dgm:spPr/>
      <dgm:t>
        <a:bodyPr/>
        <a:lstStyle/>
        <a:p>
          <a:r>
            <a:rPr lang="es-ES" b="0" i="0" baseline="0"/>
            <a:t>Emmagatzema grans quantitats de dades</a:t>
          </a:r>
          <a:endParaRPr lang="en-US"/>
        </a:p>
      </dgm:t>
    </dgm:pt>
    <dgm:pt modelId="{9AAE54F8-E8E5-4197-ABAB-580A7C38C473}" type="parTrans" cxnId="{A7BDD66F-51F8-4D7C-8730-8203BB995AE7}">
      <dgm:prSet/>
      <dgm:spPr/>
      <dgm:t>
        <a:bodyPr/>
        <a:lstStyle/>
        <a:p>
          <a:endParaRPr lang="en-US"/>
        </a:p>
      </dgm:t>
    </dgm:pt>
    <dgm:pt modelId="{8D4F710E-B55E-4542-8190-162AB99C047C}" type="sibTrans" cxnId="{A7BDD66F-51F8-4D7C-8730-8203BB995AE7}">
      <dgm:prSet/>
      <dgm:spPr/>
      <dgm:t>
        <a:bodyPr/>
        <a:lstStyle/>
        <a:p>
          <a:endParaRPr lang="en-US"/>
        </a:p>
      </dgm:t>
    </dgm:pt>
    <dgm:pt modelId="{B50933B2-1678-4D03-B3EF-89C8EF4823FB}">
      <dgm:prSet/>
      <dgm:spPr/>
      <dgm:t>
        <a:bodyPr/>
        <a:lstStyle/>
        <a:p>
          <a:r>
            <a:rPr lang="es-ES" b="0" i="0" baseline="0"/>
            <a:t>Analitza informació dels sistemes</a:t>
          </a:r>
          <a:endParaRPr lang="en-US"/>
        </a:p>
      </dgm:t>
    </dgm:pt>
    <dgm:pt modelId="{74F0BFF0-380F-4FBB-AE6E-DD19ABE27515}" type="parTrans" cxnId="{7FE502B6-21E1-4451-9D51-E8467DB7C0C0}">
      <dgm:prSet/>
      <dgm:spPr/>
      <dgm:t>
        <a:bodyPr/>
        <a:lstStyle/>
        <a:p>
          <a:endParaRPr lang="en-US"/>
        </a:p>
      </dgm:t>
    </dgm:pt>
    <dgm:pt modelId="{394E8CBC-A62D-4D7B-815B-55FC39F77AD7}" type="sibTrans" cxnId="{7FE502B6-21E1-4451-9D51-E8467DB7C0C0}">
      <dgm:prSet/>
      <dgm:spPr/>
      <dgm:t>
        <a:bodyPr/>
        <a:lstStyle/>
        <a:p>
          <a:endParaRPr lang="en-US"/>
        </a:p>
      </dgm:t>
    </dgm:pt>
    <dgm:pt modelId="{8D0695C5-39C8-484B-94D8-351A86F2C353}">
      <dgm:prSet/>
      <dgm:spPr/>
      <dgm:t>
        <a:bodyPr/>
        <a:lstStyle/>
        <a:p>
          <a:r>
            <a:rPr lang="es-ES" b="0" i="0" baseline="0"/>
            <a:t>Ajuda a detectar errors i patrons</a:t>
          </a:r>
          <a:endParaRPr lang="en-US"/>
        </a:p>
      </dgm:t>
    </dgm:pt>
    <dgm:pt modelId="{3023EE54-9693-45F6-8AF5-1D353DA9A02F}" type="parTrans" cxnId="{A4DC9B78-71EA-466B-AE52-1C670C897059}">
      <dgm:prSet/>
      <dgm:spPr/>
      <dgm:t>
        <a:bodyPr/>
        <a:lstStyle/>
        <a:p>
          <a:endParaRPr lang="en-US"/>
        </a:p>
      </dgm:t>
    </dgm:pt>
    <dgm:pt modelId="{2BD840E4-12D8-4C52-891D-D9650DEB7AFB}" type="sibTrans" cxnId="{A4DC9B78-71EA-466B-AE52-1C670C897059}">
      <dgm:prSet/>
      <dgm:spPr/>
      <dgm:t>
        <a:bodyPr/>
        <a:lstStyle/>
        <a:p>
          <a:endParaRPr lang="en-US"/>
        </a:p>
      </dgm:t>
    </dgm:pt>
    <dgm:pt modelId="{36ACD9F6-6B31-43A6-8C96-D75FEFABCF79}" type="pres">
      <dgm:prSet presAssocID="{D5ED6C89-57FD-4B34-8C43-80D1990EBD08}" presName="linear" presStyleCnt="0">
        <dgm:presLayoutVars>
          <dgm:animLvl val="lvl"/>
          <dgm:resizeHandles val="exact"/>
        </dgm:presLayoutVars>
      </dgm:prSet>
      <dgm:spPr/>
    </dgm:pt>
    <dgm:pt modelId="{8BE82E16-1B02-4787-9554-3ADC3669640C}" type="pres">
      <dgm:prSet presAssocID="{15C2BDD3-54D1-4C5F-975B-BFA0FA26B88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75A69F3-05DD-481B-ADAD-734DF9F94BA5}" type="pres">
      <dgm:prSet presAssocID="{8D4F710E-B55E-4542-8190-162AB99C047C}" presName="spacer" presStyleCnt="0"/>
      <dgm:spPr/>
    </dgm:pt>
    <dgm:pt modelId="{652E58D8-C470-47B1-8CDD-99BE8652E65E}" type="pres">
      <dgm:prSet presAssocID="{B50933B2-1678-4D03-B3EF-89C8EF4823F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A167D91-BDE5-4557-AB84-8ECD937791FD}" type="pres">
      <dgm:prSet presAssocID="{394E8CBC-A62D-4D7B-815B-55FC39F77AD7}" presName="spacer" presStyleCnt="0"/>
      <dgm:spPr/>
    </dgm:pt>
    <dgm:pt modelId="{34C0A659-6431-4A03-B9C5-0F8F6F5D2569}" type="pres">
      <dgm:prSet presAssocID="{8D0695C5-39C8-484B-94D8-351A86F2C35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E7F3A0B-A246-456C-8957-03262C792687}" type="presOf" srcId="{15C2BDD3-54D1-4C5F-975B-BFA0FA26B882}" destId="{8BE82E16-1B02-4787-9554-3ADC3669640C}" srcOrd="0" destOrd="0" presId="urn:microsoft.com/office/officeart/2005/8/layout/vList2"/>
    <dgm:cxn modelId="{783BF26E-0545-40A7-BEBA-B56E19F8CD0C}" type="presOf" srcId="{8D0695C5-39C8-484B-94D8-351A86F2C353}" destId="{34C0A659-6431-4A03-B9C5-0F8F6F5D2569}" srcOrd="0" destOrd="0" presId="urn:microsoft.com/office/officeart/2005/8/layout/vList2"/>
    <dgm:cxn modelId="{A7BDD66F-51F8-4D7C-8730-8203BB995AE7}" srcId="{D5ED6C89-57FD-4B34-8C43-80D1990EBD08}" destId="{15C2BDD3-54D1-4C5F-975B-BFA0FA26B882}" srcOrd="0" destOrd="0" parTransId="{9AAE54F8-E8E5-4197-ABAB-580A7C38C473}" sibTransId="{8D4F710E-B55E-4542-8190-162AB99C047C}"/>
    <dgm:cxn modelId="{A4DC9B78-71EA-466B-AE52-1C670C897059}" srcId="{D5ED6C89-57FD-4B34-8C43-80D1990EBD08}" destId="{8D0695C5-39C8-484B-94D8-351A86F2C353}" srcOrd="2" destOrd="0" parTransId="{3023EE54-9693-45F6-8AF5-1D353DA9A02F}" sibTransId="{2BD840E4-12D8-4C52-891D-D9650DEB7AFB}"/>
    <dgm:cxn modelId="{CCCBC1A9-8AFF-4D8E-87A9-BFB116FB6A81}" type="presOf" srcId="{D5ED6C89-57FD-4B34-8C43-80D1990EBD08}" destId="{36ACD9F6-6B31-43A6-8C96-D75FEFABCF79}" srcOrd="0" destOrd="0" presId="urn:microsoft.com/office/officeart/2005/8/layout/vList2"/>
    <dgm:cxn modelId="{7FE502B6-21E1-4451-9D51-E8467DB7C0C0}" srcId="{D5ED6C89-57FD-4B34-8C43-80D1990EBD08}" destId="{B50933B2-1678-4D03-B3EF-89C8EF4823FB}" srcOrd="1" destOrd="0" parTransId="{74F0BFF0-380F-4FBB-AE6E-DD19ABE27515}" sibTransId="{394E8CBC-A62D-4D7B-815B-55FC39F77AD7}"/>
    <dgm:cxn modelId="{28758CE0-179E-4E2B-882E-8CE53904906E}" type="presOf" srcId="{B50933B2-1678-4D03-B3EF-89C8EF4823FB}" destId="{652E58D8-C470-47B1-8CDD-99BE8652E65E}" srcOrd="0" destOrd="0" presId="urn:microsoft.com/office/officeart/2005/8/layout/vList2"/>
    <dgm:cxn modelId="{C915C5C9-F591-4F64-8D4B-2FB87BCA37F8}" type="presParOf" srcId="{36ACD9F6-6B31-43A6-8C96-D75FEFABCF79}" destId="{8BE82E16-1B02-4787-9554-3ADC3669640C}" srcOrd="0" destOrd="0" presId="urn:microsoft.com/office/officeart/2005/8/layout/vList2"/>
    <dgm:cxn modelId="{9DFEA926-2EAA-468B-936E-D3A07E5D93D2}" type="presParOf" srcId="{36ACD9F6-6B31-43A6-8C96-D75FEFABCF79}" destId="{775A69F3-05DD-481B-ADAD-734DF9F94BA5}" srcOrd="1" destOrd="0" presId="urn:microsoft.com/office/officeart/2005/8/layout/vList2"/>
    <dgm:cxn modelId="{507D0A11-4C2C-4D47-B186-0DC29B815857}" type="presParOf" srcId="{36ACD9F6-6B31-43A6-8C96-D75FEFABCF79}" destId="{652E58D8-C470-47B1-8CDD-99BE8652E65E}" srcOrd="2" destOrd="0" presId="urn:microsoft.com/office/officeart/2005/8/layout/vList2"/>
    <dgm:cxn modelId="{8222AD91-51BD-4238-8F3F-92B3B5C136B0}" type="presParOf" srcId="{36ACD9F6-6B31-43A6-8C96-D75FEFABCF79}" destId="{CA167D91-BDE5-4557-AB84-8ECD937791FD}" srcOrd="3" destOrd="0" presId="urn:microsoft.com/office/officeart/2005/8/layout/vList2"/>
    <dgm:cxn modelId="{6C9F204E-7D14-416E-AF5F-6F174836A3A2}" type="presParOf" srcId="{36ACD9F6-6B31-43A6-8C96-D75FEFABCF79}" destId="{34C0A659-6431-4A03-B9C5-0F8F6F5D256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928FD2A-AA2C-477B-B1E9-021619BA814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2072468-611C-4E4C-BCF1-433A95C221B4}">
      <dgm:prSet/>
      <dgm:spPr/>
      <dgm:t>
        <a:bodyPr/>
        <a:lstStyle/>
        <a:p>
          <a:r>
            <a:rPr lang="es-ES" b="0" i="0" baseline="0"/>
            <a:t>Analitza les dades obtingudes</a:t>
          </a:r>
          <a:endParaRPr lang="en-US"/>
        </a:p>
      </dgm:t>
    </dgm:pt>
    <dgm:pt modelId="{674D38D1-1278-4FAE-B5CD-663F3B605A88}" type="parTrans" cxnId="{75E75CFE-B423-4E15-B087-908E1952AA38}">
      <dgm:prSet/>
      <dgm:spPr/>
      <dgm:t>
        <a:bodyPr/>
        <a:lstStyle/>
        <a:p>
          <a:endParaRPr lang="en-US"/>
        </a:p>
      </dgm:t>
    </dgm:pt>
    <dgm:pt modelId="{9380A867-DE99-46C7-BAC3-912717EB5E84}" type="sibTrans" cxnId="{75E75CFE-B423-4E15-B087-908E1952AA38}">
      <dgm:prSet/>
      <dgm:spPr/>
      <dgm:t>
        <a:bodyPr/>
        <a:lstStyle/>
        <a:p>
          <a:endParaRPr lang="en-US"/>
        </a:p>
      </dgm:t>
    </dgm:pt>
    <dgm:pt modelId="{D5FBD82E-B50F-4A91-8F64-6BE56E595640}">
      <dgm:prSet/>
      <dgm:spPr/>
      <dgm:t>
        <a:bodyPr/>
        <a:lstStyle/>
        <a:p>
          <a:r>
            <a:rPr lang="es-ES" b="0" i="0" baseline="0"/>
            <a:t>Pren decisions automàtiques</a:t>
          </a:r>
          <a:endParaRPr lang="en-US"/>
        </a:p>
      </dgm:t>
    </dgm:pt>
    <dgm:pt modelId="{A2B106AA-6961-46FD-AA63-759A2A813713}" type="parTrans" cxnId="{F1513791-79FB-45DB-83C8-6489DA3E9D74}">
      <dgm:prSet/>
      <dgm:spPr/>
      <dgm:t>
        <a:bodyPr/>
        <a:lstStyle/>
        <a:p>
          <a:endParaRPr lang="en-US"/>
        </a:p>
      </dgm:t>
    </dgm:pt>
    <dgm:pt modelId="{FA87C52A-D0E1-4E43-A7EF-8CA5DA2746A0}" type="sibTrans" cxnId="{F1513791-79FB-45DB-83C8-6489DA3E9D74}">
      <dgm:prSet/>
      <dgm:spPr/>
      <dgm:t>
        <a:bodyPr/>
        <a:lstStyle/>
        <a:p>
          <a:endParaRPr lang="en-US"/>
        </a:p>
      </dgm:t>
    </dgm:pt>
    <dgm:pt modelId="{C3A466E4-A167-4A06-90CF-47329D668BEC}">
      <dgm:prSet/>
      <dgm:spPr/>
      <dgm:t>
        <a:bodyPr/>
        <a:lstStyle/>
        <a:p>
          <a:r>
            <a:rPr lang="es-ES" b="0" i="0" baseline="0"/>
            <a:t>Prediu fallades i detecta atacs</a:t>
          </a:r>
          <a:endParaRPr lang="en-US"/>
        </a:p>
      </dgm:t>
    </dgm:pt>
    <dgm:pt modelId="{BA6A3F11-3108-4F57-AE26-CBEE049747EA}" type="parTrans" cxnId="{2BC98A93-C391-4761-B347-F1ACDA29BFD2}">
      <dgm:prSet/>
      <dgm:spPr/>
      <dgm:t>
        <a:bodyPr/>
        <a:lstStyle/>
        <a:p>
          <a:endParaRPr lang="en-US"/>
        </a:p>
      </dgm:t>
    </dgm:pt>
    <dgm:pt modelId="{C523E3AB-8A3D-468F-A7C6-58895E50D8DA}" type="sibTrans" cxnId="{2BC98A93-C391-4761-B347-F1ACDA29BFD2}">
      <dgm:prSet/>
      <dgm:spPr/>
      <dgm:t>
        <a:bodyPr/>
        <a:lstStyle/>
        <a:p>
          <a:endParaRPr lang="en-US"/>
        </a:p>
      </dgm:t>
    </dgm:pt>
    <dgm:pt modelId="{900699F4-9287-47CF-8952-6EB834F0888E}" type="pres">
      <dgm:prSet presAssocID="{2928FD2A-AA2C-477B-B1E9-021619BA8145}" presName="linear" presStyleCnt="0">
        <dgm:presLayoutVars>
          <dgm:animLvl val="lvl"/>
          <dgm:resizeHandles val="exact"/>
        </dgm:presLayoutVars>
      </dgm:prSet>
      <dgm:spPr/>
    </dgm:pt>
    <dgm:pt modelId="{E7B0FE23-9050-4B31-A42C-EBE9ADDDEF29}" type="pres">
      <dgm:prSet presAssocID="{C2072468-611C-4E4C-BCF1-433A95C221B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3857463-9CF9-4B42-8479-484A8DC2E75A}" type="pres">
      <dgm:prSet presAssocID="{9380A867-DE99-46C7-BAC3-912717EB5E84}" presName="spacer" presStyleCnt="0"/>
      <dgm:spPr/>
    </dgm:pt>
    <dgm:pt modelId="{AA567DFA-B858-4EA2-B591-A87E0FB7C4C0}" type="pres">
      <dgm:prSet presAssocID="{D5FBD82E-B50F-4A91-8F64-6BE56E59564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A8EDA59-E7BD-498D-A663-A7E588F61987}" type="pres">
      <dgm:prSet presAssocID="{FA87C52A-D0E1-4E43-A7EF-8CA5DA2746A0}" presName="spacer" presStyleCnt="0"/>
      <dgm:spPr/>
    </dgm:pt>
    <dgm:pt modelId="{C620ED80-3097-4354-8716-8AB89F16E9BF}" type="pres">
      <dgm:prSet presAssocID="{C3A466E4-A167-4A06-90CF-47329D668BE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FF91C0E-5A75-42E5-A92E-F010D31F1623}" type="presOf" srcId="{D5FBD82E-B50F-4A91-8F64-6BE56E595640}" destId="{AA567DFA-B858-4EA2-B591-A87E0FB7C4C0}" srcOrd="0" destOrd="0" presId="urn:microsoft.com/office/officeart/2005/8/layout/vList2"/>
    <dgm:cxn modelId="{94F91743-FD08-42F1-9717-672A7E660F0F}" type="presOf" srcId="{C3A466E4-A167-4A06-90CF-47329D668BEC}" destId="{C620ED80-3097-4354-8716-8AB89F16E9BF}" srcOrd="0" destOrd="0" presId="urn:microsoft.com/office/officeart/2005/8/layout/vList2"/>
    <dgm:cxn modelId="{F1513791-79FB-45DB-83C8-6489DA3E9D74}" srcId="{2928FD2A-AA2C-477B-B1E9-021619BA8145}" destId="{D5FBD82E-B50F-4A91-8F64-6BE56E595640}" srcOrd="1" destOrd="0" parTransId="{A2B106AA-6961-46FD-AA63-759A2A813713}" sibTransId="{FA87C52A-D0E1-4E43-A7EF-8CA5DA2746A0}"/>
    <dgm:cxn modelId="{2BC98A93-C391-4761-B347-F1ACDA29BFD2}" srcId="{2928FD2A-AA2C-477B-B1E9-021619BA8145}" destId="{C3A466E4-A167-4A06-90CF-47329D668BEC}" srcOrd="2" destOrd="0" parTransId="{BA6A3F11-3108-4F57-AE26-CBEE049747EA}" sibTransId="{C523E3AB-8A3D-468F-A7C6-58895E50D8DA}"/>
    <dgm:cxn modelId="{098ECBAE-482C-4DC3-A424-FE82B4C47045}" type="presOf" srcId="{2928FD2A-AA2C-477B-B1E9-021619BA8145}" destId="{900699F4-9287-47CF-8952-6EB834F0888E}" srcOrd="0" destOrd="0" presId="urn:microsoft.com/office/officeart/2005/8/layout/vList2"/>
    <dgm:cxn modelId="{D1EE2AC6-8149-4DDF-A3E6-8B951C79E8DA}" type="presOf" srcId="{C2072468-611C-4E4C-BCF1-433A95C221B4}" destId="{E7B0FE23-9050-4B31-A42C-EBE9ADDDEF29}" srcOrd="0" destOrd="0" presId="urn:microsoft.com/office/officeart/2005/8/layout/vList2"/>
    <dgm:cxn modelId="{75E75CFE-B423-4E15-B087-908E1952AA38}" srcId="{2928FD2A-AA2C-477B-B1E9-021619BA8145}" destId="{C2072468-611C-4E4C-BCF1-433A95C221B4}" srcOrd="0" destOrd="0" parTransId="{674D38D1-1278-4FAE-B5CD-663F3B605A88}" sibTransId="{9380A867-DE99-46C7-BAC3-912717EB5E84}"/>
    <dgm:cxn modelId="{CDB4C419-D90F-4028-BE03-2D18D6549BF8}" type="presParOf" srcId="{900699F4-9287-47CF-8952-6EB834F0888E}" destId="{E7B0FE23-9050-4B31-A42C-EBE9ADDDEF29}" srcOrd="0" destOrd="0" presId="urn:microsoft.com/office/officeart/2005/8/layout/vList2"/>
    <dgm:cxn modelId="{320C2C7C-0019-4E7A-AB29-70DB837E9026}" type="presParOf" srcId="{900699F4-9287-47CF-8952-6EB834F0888E}" destId="{83857463-9CF9-4B42-8479-484A8DC2E75A}" srcOrd="1" destOrd="0" presId="urn:microsoft.com/office/officeart/2005/8/layout/vList2"/>
    <dgm:cxn modelId="{A1B12B44-D66C-4101-848E-55001654D02F}" type="presParOf" srcId="{900699F4-9287-47CF-8952-6EB834F0888E}" destId="{AA567DFA-B858-4EA2-B591-A87E0FB7C4C0}" srcOrd="2" destOrd="0" presId="urn:microsoft.com/office/officeart/2005/8/layout/vList2"/>
    <dgm:cxn modelId="{15249301-718F-4B93-9BF8-20651BEA327B}" type="presParOf" srcId="{900699F4-9287-47CF-8952-6EB834F0888E}" destId="{8A8EDA59-E7BD-498D-A663-A7E588F61987}" srcOrd="3" destOrd="0" presId="urn:microsoft.com/office/officeart/2005/8/layout/vList2"/>
    <dgm:cxn modelId="{19A53F33-8053-4EC0-B977-3F9D3F17D88F}" type="presParOf" srcId="{900699F4-9287-47CF-8952-6EB834F0888E}" destId="{C620ED80-3097-4354-8716-8AB89F16E9B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A838D67-23BE-4769-865F-3C6C08EEEA2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F34290F-F0C1-4F1A-A394-81C185438295}">
      <dgm:prSet/>
      <dgm:spPr/>
      <dgm:t>
        <a:bodyPr/>
        <a:lstStyle/>
        <a:p>
          <a:r>
            <a:rPr lang="es-ES" b="0" i="0" baseline="0"/>
            <a:t>IoT recull dades</a:t>
          </a:r>
          <a:endParaRPr lang="en-US"/>
        </a:p>
      </dgm:t>
    </dgm:pt>
    <dgm:pt modelId="{3B623114-4AA6-4ACC-A7FC-777E9825396A}" type="parTrans" cxnId="{B4482ED4-6764-4073-8A60-2CACE97EBC34}">
      <dgm:prSet/>
      <dgm:spPr/>
      <dgm:t>
        <a:bodyPr/>
        <a:lstStyle/>
        <a:p>
          <a:endParaRPr lang="en-US"/>
        </a:p>
      </dgm:t>
    </dgm:pt>
    <dgm:pt modelId="{709CA836-FAE4-4309-9E3D-7DB4661F09A7}" type="sibTrans" cxnId="{B4482ED4-6764-4073-8A60-2CACE97EBC34}">
      <dgm:prSet/>
      <dgm:spPr/>
      <dgm:t>
        <a:bodyPr/>
        <a:lstStyle/>
        <a:p>
          <a:endParaRPr lang="en-US"/>
        </a:p>
      </dgm:t>
    </dgm:pt>
    <dgm:pt modelId="{FEADE2B6-2953-48CD-82DE-11188029D139}">
      <dgm:prSet/>
      <dgm:spPr/>
      <dgm:t>
        <a:bodyPr/>
        <a:lstStyle/>
        <a:p>
          <a:r>
            <a:rPr lang="es-ES" b="0" i="0" baseline="0"/>
            <a:t>Big Data les processa</a:t>
          </a:r>
          <a:endParaRPr lang="en-US"/>
        </a:p>
      </dgm:t>
    </dgm:pt>
    <dgm:pt modelId="{86AC52F5-1825-4063-80F4-621085D6A1D4}" type="parTrans" cxnId="{16A7F859-51C8-4042-BD04-6F16CF8FD9DD}">
      <dgm:prSet/>
      <dgm:spPr/>
      <dgm:t>
        <a:bodyPr/>
        <a:lstStyle/>
        <a:p>
          <a:endParaRPr lang="en-US"/>
        </a:p>
      </dgm:t>
    </dgm:pt>
    <dgm:pt modelId="{F56A046F-588D-4EE9-ADC6-A479256BDC14}" type="sibTrans" cxnId="{16A7F859-51C8-4042-BD04-6F16CF8FD9DD}">
      <dgm:prSet/>
      <dgm:spPr/>
      <dgm:t>
        <a:bodyPr/>
        <a:lstStyle/>
        <a:p>
          <a:endParaRPr lang="en-US"/>
        </a:p>
      </dgm:t>
    </dgm:pt>
    <dgm:pt modelId="{9620084F-8DD1-4674-9370-F51ADBB0BA1A}">
      <dgm:prSet/>
      <dgm:spPr/>
      <dgm:t>
        <a:bodyPr/>
        <a:lstStyle/>
        <a:p>
          <a:r>
            <a:rPr lang="es-ES" b="0" i="0" baseline="0"/>
            <a:t>IA pren decisions</a:t>
          </a:r>
          <a:endParaRPr lang="en-US"/>
        </a:p>
      </dgm:t>
    </dgm:pt>
    <dgm:pt modelId="{2FBA4F48-DCCC-4451-8D4B-B23BF561A14A}" type="parTrans" cxnId="{F2B7362A-39FC-415A-9DAD-E3FD5BEC14CF}">
      <dgm:prSet/>
      <dgm:spPr/>
      <dgm:t>
        <a:bodyPr/>
        <a:lstStyle/>
        <a:p>
          <a:endParaRPr lang="en-US"/>
        </a:p>
      </dgm:t>
    </dgm:pt>
    <dgm:pt modelId="{87051789-5370-42A1-8BE0-2DAAE89F696C}" type="sibTrans" cxnId="{F2B7362A-39FC-415A-9DAD-E3FD5BEC14CF}">
      <dgm:prSet/>
      <dgm:spPr/>
      <dgm:t>
        <a:bodyPr/>
        <a:lstStyle/>
        <a:p>
          <a:endParaRPr lang="en-US"/>
        </a:p>
      </dgm:t>
    </dgm:pt>
    <dgm:pt modelId="{73109B1A-A5F5-4005-A4F2-CF2222507436}">
      <dgm:prSet/>
      <dgm:spPr/>
      <dgm:t>
        <a:bodyPr/>
        <a:lstStyle/>
        <a:p>
          <a:r>
            <a:rPr lang="es-ES" b="1"/>
            <a:t>Flux:</a:t>
          </a:r>
          <a:br>
            <a:rPr lang="es-ES"/>
          </a:br>
          <a:r>
            <a:rPr lang="es-ES"/>
            <a:t>IoT → Dades → Big Data → IA → Millora del sistema</a:t>
          </a:r>
          <a:endParaRPr lang="en-US"/>
        </a:p>
      </dgm:t>
    </dgm:pt>
    <dgm:pt modelId="{C845AC1E-D3E2-4BF4-9DA8-79A769CD0D5B}" type="parTrans" cxnId="{D351411E-DDC1-4D93-94E3-C14554D90D24}">
      <dgm:prSet/>
      <dgm:spPr/>
      <dgm:t>
        <a:bodyPr/>
        <a:lstStyle/>
        <a:p>
          <a:endParaRPr lang="en-US"/>
        </a:p>
      </dgm:t>
    </dgm:pt>
    <dgm:pt modelId="{2FE0DE29-5136-4547-A0C2-23E44C06BAB5}" type="sibTrans" cxnId="{D351411E-DDC1-4D93-94E3-C14554D90D24}">
      <dgm:prSet/>
      <dgm:spPr/>
      <dgm:t>
        <a:bodyPr/>
        <a:lstStyle/>
        <a:p>
          <a:endParaRPr lang="en-US"/>
        </a:p>
      </dgm:t>
    </dgm:pt>
    <dgm:pt modelId="{9861357C-B5E8-44BD-9970-A3F0A3583761}" type="pres">
      <dgm:prSet presAssocID="{6A838D67-23BE-4769-865F-3C6C08EEEA29}" presName="root" presStyleCnt="0">
        <dgm:presLayoutVars>
          <dgm:dir/>
          <dgm:resizeHandles val="exact"/>
        </dgm:presLayoutVars>
      </dgm:prSet>
      <dgm:spPr/>
    </dgm:pt>
    <dgm:pt modelId="{58D36A01-D084-42E0-A2FD-08E719518F5B}" type="pres">
      <dgm:prSet presAssocID="{4F34290F-F0C1-4F1A-A394-81C185438295}" presName="compNode" presStyleCnt="0"/>
      <dgm:spPr/>
    </dgm:pt>
    <dgm:pt modelId="{E111AC2A-FD28-4549-AE77-09EF6B3EE747}" type="pres">
      <dgm:prSet presAssocID="{4F34290F-F0C1-4F1A-A394-81C185438295}" presName="bgRect" presStyleLbl="bgShp" presStyleIdx="0" presStyleCnt="4"/>
      <dgm:spPr/>
    </dgm:pt>
    <dgm:pt modelId="{7D2325D6-647B-47B5-A957-E94014915766}" type="pres">
      <dgm:prSet presAssocID="{4F34290F-F0C1-4F1A-A394-81C18543829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448E1AB5-8158-4308-AACC-2EF146A9ED9A}" type="pres">
      <dgm:prSet presAssocID="{4F34290F-F0C1-4F1A-A394-81C185438295}" presName="spaceRect" presStyleCnt="0"/>
      <dgm:spPr/>
    </dgm:pt>
    <dgm:pt modelId="{071AF52F-3C3F-4DB5-8B97-A14FE97A906A}" type="pres">
      <dgm:prSet presAssocID="{4F34290F-F0C1-4F1A-A394-81C185438295}" presName="parTx" presStyleLbl="revTx" presStyleIdx="0" presStyleCnt="4">
        <dgm:presLayoutVars>
          <dgm:chMax val="0"/>
          <dgm:chPref val="0"/>
        </dgm:presLayoutVars>
      </dgm:prSet>
      <dgm:spPr/>
    </dgm:pt>
    <dgm:pt modelId="{AD39AE7F-987E-4DF9-8EE0-2D56320DA5B2}" type="pres">
      <dgm:prSet presAssocID="{709CA836-FAE4-4309-9E3D-7DB4661F09A7}" presName="sibTrans" presStyleCnt="0"/>
      <dgm:spPr/>
    </dgm:pt>
    <dgm:pt modelId="{05496452-419D-48F6-8605-29B34D5E06AF}" type="pres">
      <dgm:prSet presAssocID="{FEADE2B6-2953-48CD-82DE-11188029D139}" presName="compNode" presStyleCnt="0"/>
      <dgm:spPr/>
    </dgm:pt>
    <dgm:pt modelId="{26C4B57A-873E-4C32-A94C-A293DD14DBE5}" type="pres">
      <dgm:prSet presAssocID="{FEADE2B6-2953-48CD-82DE-11188029D139}" presName="bgRect" presStyleLbl="bgShp" presStyleIdx="1" presStyleCnt="4"/>
      <dgm:spPr/>
    </dgm:pt>
    <dgm:pt modelId="{8158D517-A2C4-4CFA-9CCD-65371AC8A3F4}" type="pres">
      <dgm:prSet presAssocID="{FEADE2B6-2953-48CD-82DE-11188029D13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34DF1D0-7E77-4CDD-87D2-A6062A0115AF}" type="pres">
      <dgm:prSet presAssocID="{FEADE2B6-2953-48CD-82DE-11188029D139}" presName="spaceRect" presStyleCnt="0"/>
      <dgm:spPr/>
    </dgm:pt>
    <dgm:pt modelId="{B863EA77-4B06-46E6-A737-40848934B656}" type="pres">
      <dgm:prSet presAssocID="{FEADE2B6-2953-48CD-82DE-11188029D139}" presName="parTx" presStyleLbl="revTx" presStyleIdx="1" presStyleCnt="4">
        <dgm:presLayoutVars>
          <dgm:chMax val="0"/>
          <dgm:chPref val="0"/>
        </dgm:presLayoutVars>
      </dgm:prSet>
      <dgm:spPr/>
    </dgm:pt>
    <dgm:pt modelId="{9A70AF3B-BBFC-4E75-9E59-9B95AA385224}" type="pres">
      <dgm:prSet presAssocID="{F56A046F-588D-4EE9-ADC6-A479256BDC14}" presName="sibTrans" presStyleCnt="0"/>
      <dgm:spPr/>
    </dgm:pt>
    <dgm:pt modelId="{657A8B6D-A71F-4A5D-A222-B11B367D9664}" type="pres">
      <dgm:prSet presAssocID="{9620084F-8DD1-4674-9370-F51ADBB0BA1A}" presName="compNode" presStyleCnt="0"/>
      <dgm:spPr/>
    </dgm:pt>
    <dgm:pt modelId="{6A013127-D8F4-49FE-9BB8-A87D2FDBEF41}" type="pres">
      <dgm:prSet presAssocID="{9620084F-8DD1-4674-9370-F51ADBB0BA1A}" presName="bgRect" presStyleLbl="bgShp" presStyleIdx="2" presStyleCnt="4"/>
      <dgm:spPr/>
    </dgm:pt>
    <dgm:pt modelId="{52575EF6-E5FC-4A3B-ADEC-AAC3818316F5}" type="pres">
      <dgm:prSet presAssocID="{9620084F-8DD1-4674-9370-F51ADBB0BA1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0BFFFCF9-CB2A-4D3A-BD26-307AA01A5EC8}" type="pres">
      <dgm:prSet presAssocID="{9620084F-8DD1-4674-9370-F51ADBB0BA1A}" presName="spaceRect" presStyleCnt="0"/>
      <dgm:spPr/>
    </dgm:pt>
    <dgm:pt modelId="{772473D8-C960-45CA-931D-7ED639CFC144}" type="pres">
      <dgm:prSet presAssocID="{9620084F-8DD1-4674-9370-F51ADBB0BA1A}" presName="parTx" presStyleLbl="revTx" presStyleIdx="2" presStyleCnt="4">
        <dgm:presLayoutVars>
          <dgm:chMax val="0"/>
          <dgm:chPref val="0"/>
        </dgm:presLayoutVars>
      </dgm:prSet>
      <dgm:spPr/>
    </dgm:pt>
    <dgm:pt modelId="{DFBFDBE9-904C-4D04-8687-A238BD31ED3F}" type="pres">
      <dgm:prSet presAssocID="{87051789-5370-42A1-8BE0-2DAAE89F696C}" presName="sibTrans" presStyleCnt="0"/>
      <dgm:spPr/>
    </dgm:pt>
    <dgm:pt modelId="{BA4DCA54-F942-4EE0-8925-1341A81A5D67}" type="pres">
      <dgm:prSet presAssocID="{73109B1A-A5F5-4005-A4F2-CF2222507436}" presName="compNode" presStyleCnt="0"/>
      <dgm:spPr/>
    </dgm:pt>
    <dgm:pt modelId="{D691E438-0E27-47DB-A87D-6ECA0E948158}" type="pres">
      <dgm:prSet presAssocID="{73109B1A-A5F5-4005-A4F2-CF2222507436}" presName="bgRect" presStyleLbl="bgShp" presStyleIdx="3" presStyleCnt="4"/>
      <dgm:spPr/>
    </dgm:pt>
    <dgm:pt modelId="{C0A8F2FF-DFEE-4CEB-AF8C-9E970B4023C2}" type="pres">
      <dgm:prSet presAssocID="{73109B1A-A5F5-4005-A4F2-CF222250743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BCD4F685-E716-4BE3-8DE6-0D65B690D528}" type="pres">
      <dgm:prSet presAssocID="{73109B1A-A5F5-4005-A4F2-CF2222507436}" presName="spaceRect" presStyleCnt="0"/>
      <dgm:spPr/>
    </dgm:pt>
    <dgm:pt modelId="{287A6EDA-0BAA-46BD-BEB5-D75C8DE8793E}" type="pres">
      <dgm:prSet presAssocID="{73109B1A-A5F5-4005-A4F2-CF222250743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54B8014-43C4-4F14-A2D2-A9352B10A132}" type="presOf" srcId="{73109B1A-A5F5-4005-A4F2-CF2222507436}" destId="{287A6EDA-0BAA-46BD-BEB5-D75C8DE8793E}" srcOrd="0" destOrd="0" presId="urn:microsoft.com/office/officeart/2018/2/layout/IconVerticalSolidList"/>
    <dgm:cxn modelId="{D351411E-DDC1-4D93-94E3-C14554D90D24}" srcId="{6A838D67-23BE-4769-865F-3C6C08EEEA29}" destId="{73109B1A-A5F5-4005-A4F2-CF2222507436}" srcOrd="3" destOrd="0" parTransId="{C845AC1E-D3E2-4BF4-9DA8-79A769CD0D5B}" sibTransId="{2FE0DE29-5136-4547-A0C2-23E44C06BAB5}"/>
    <dgm:cxn modelId="{F2B7362A-39FC-415A-9DAD-E3FD5BEC14CF}" srcId="{6A838D67-23BE-4769-865F-3C6C08EEEA29}" destId="{9620084F-8DD1-4674-9370-F51ADBB0BA1A}" srcOrd="2" destOrd="0" parTransId="{2FBA4F48-DCCC-4451-8D4B-B23BF561A14A}" sibTransId="{87051789-5370-42A1-8BE0-2DAAE89F696C}"/>
    <dgm:cxn modelId="{16A7F859-51C8-4042-BD04-6F16CF8FD9DD}" srcId="{6A838D67-23BE-4769-865F-3C6C08EEEA29}" destId="{FEADE2B6-2953-48CD-82DE-11188029D139}" srcOrd="1" destOrd="0" parTransId="{86AC52F5-1825-4063-80F4-621085D6A1D4}" sibTransId="{F56A046F-588D-4EE9-ADC6-A479256BDC14}"/>
    <dgm:cxn modelId="{A2A6B07F-BCE3-4458-BB74-773B446D9EE8}" type="presOf" srcId="{9620084F-8DD1-4674-9370-F51ADBB0BA1A}" destId="{772473D8-C960-45CA-931D-7ED639CFC144}" srcOrd="0" destOrd="0" presId="urn:microsoft.com/office/officeart/2018/2/layout/IconVerticalSolidList"/>
    <dgm:cxn modelId="{28334DA4-F4FA-49C5-9162-CC088E89E7CC}" type="presOf" srcId="{6A838D67-23BE-4769-865F-3C6C08EEEA29}" destId="{9861357C-B5E8-44BD-9970-A3F0A3583761}" srcOrd="0" destOrd="0" presId="urn:microsoft.com/office/officeart/2018/2/layout/IconVerticalSolidList"/>
    <dgm:cxn modelId="{C42AD8CA-AD92-4B00-9A37-78192A75D925}" type="presOf" srcId="{FEADE2B6-2953-48CD-82DE-11188029D139}" destId="{B863EA77-4B06-46E6-A737-40848934B656}" srcOrd="0" destOrd="0" presId="urn:microsoft.com/office/officeart/2018/2/layout/IconVerticalSolidList"/>
    <dgm:cxn modelId="{B4482ED4-6764-4073-8A60-2CACE97EBC34}" srcId="{6A838D67-23BE-4769-865F-3C6C08EEEA29}" destId="{4F34290F-F0C1-4F1A-A394-81C185438295}" srcOrd="0" destOrd="0" parTransId="{3B623114-4AA6-4ACC-A7FC-777E9825396A}" sibTransId="{709CA836-FAE4-4309-9E3D-7DB4661F09A7}"/>
    <dgm:cxn modelId="{AB75ECF6-25E6-4656-BF59-7BFD3784957F}" type="presOf" srcId="{4F34290F-F0C1-4F1A-A394-81C185438295}" destId="{071AF52F-3C3F-4DB5-8B97-A14FE97A906A}" srcOrd="0" destOrd="0" presId="urn:microsoft.com/office/officeart/2018/2/layout/IconVerticalSolidList"/>
    <dgm:cxn modelId="{2570D690-8484-4B87-8A11-9322C9B1A32F}" type="presParOf" srcId="{9861357C-B5E8-44BD-9970-A3F0A3583761}" destId="{58D36A01-D084-42E0-A2FD-08E719518F5B}" srcOrd="0" destOrd="0" presId="urn:microsoft.com/office/officeart/2018/2/layout/IconVerticalSolidList"/>
    <dgm:cxn modelId="{E34D35B3-DD14-4972-83F1-E26C7A332E1B}" type="presParOf" srcId="{58D36A01-D084-42E0-A2FD-08E719518F5B}" destId="{E111AC2A-FD28-4549-AE77-09EF6B3EE747}" srcOrd="0" destOrd="0" presId="urn:microsoft.com/office/officeart/2018/2/layout/IconVerticalSolidList"/>
    <dgm:cxn modelId="{D6C550BC-9C7C-4C47-97C0-B10C4EF42F33}" type="presParOf" srcId="{58D36A01-D084-42E0-A2FD-08E719518F5B}" destId="{7D2325D6-647B-47B5-A957-E94014915766}" srcOrd="1" destOrd="0" presId="urn:microsoft.com/office/officeart/2018/2/layout/IconVerticalSolidList"/>
    <dgm:cxn modelId="{788F466E-1C7A-409B-A7B0-A12EB4E94BE4}" type="presParOf" srcId="{58D36A01-D084-42E0-A2FD-08E719518F5B}" destId="{448E1AB5-8158-4308-AACC-2EF146A9ED9A}" srcOrd="2" destOrd="0" presId="urn:microsoft.com/office/officeart/2018/2/layout/IconVerticalSolidList"/>
    <dgm:cxn modelId="{3208D43B-51B1-4938-B35F-2ED2EC514763}" type="presParOf" srcId="{58D36A01-D084-42E0-A2FD-08E719518F5B}" destId="{071AF52F-3C3F-4DB5-8B97-A14FE97A906A}" srcOrd="3" destOrd="0" presId="urn:microsoft.com/office/officeart/2018/2/layout/IconVerticalSolidList"/>
    <dgm:cxn modelId="{057B19D2-102C-4285-BB61-677079AEEAA0}" type="presParOf" srcId="{9861357C-B5E8-44BD-9970-A3F0A3583761}" destId="{AD39AE7F-987E-4DF9-8EE0-2D56320DA5B2}" srcOrd="1" destOrd="0" presId="urn:microsoft.com/office/officeart/2018/2/layout/IconVerticalSolidList"/>
    <dgm:cxn modelId="{A6CD41E8-B04A-4D42-A5B5-9E4CECA17509}" type="presParOf" srcId="{9861357C-B5E8-44BD-9970-A3F0A3583761}" destId="{05496452-419D-48F6-8605-29B34D5E06AF}" srcOrd="2" destOrd="0" presId="urn:microsoft.com/office/officeart/2018/2/layout/IconVerticalSolidList"/>
    <dgm:cxn modelId="{60EEA158-6B35-45F4-B45B-ACFEC73DE1B0}" type="presParOf" srcId="{05496452-419D-48F6-8605-29B34D5E06AF}" destId="{26C4B57A-873E-4C32-A94C-A293DD14DBE5}" srcOrd="0" destOrd="0" presId="urn:microsoft.com/office/officeart/2018/2/layout/IconVerticalSolidList"/>
    <dgm:cxn modelId="{EF825AC1-CABA-4FB8-A909-2102F0398175}" type="presParOf" srcId="{05496452-419D-48F6-8605-29B34D5E06AF}" destId="{8158D517-A2C4-4CFA-9CCD-65371AC8A3F4}" srcOrd="1" destOrd="0" presId="urn:microsoft.com/office/officeart/2018/2/layout/IconVerticalSolidList"/>
    <dgm:cxn modelId="{8B79C7AD-7337-47B4-8542-E8F5FB8476CE}" type="presParOf" srcId="{05496452-419D-48F6-8605-29B34D5E06AF}" destId="{534DF1D0-7E77-4CDD-87D2-A6062A0115AF}" srcOrd="2" destOrd="0" presId="urn:microsoft.com/office/officeart/2018/2/layout/IconVerticalSolidList"/>
    <dgm:cxn modelId="{5EF3AA08-D484-406D-AEC2-7F4095B87F8A}" type="presParOf" srcId="{05496452-419D-48F6-8605-29B34D5E06AF}" destId="{B863EA77-4B06-46E6-A737-40848934B656}" srcOrd="3" destOrd="0" presId="urn:microsoft.com/office/officeart/2018/2/layout/IconVerticalSolidList"/>
    <dgm:cxn modelId="{D968607A-4250-41D3-8A7D-BADA1DB52256}" type="presParOf" srcId="{9861357C-B5E8-44BD-9970-A3F0A3583761}" destId="{9A70AF3B-BBFC-4E75-9E59-9B95AA385224}" srcOrd="3" destOrd="0" presId="urn:microsoft.com/office/officeart/2018/2/layout/IconVerticalSolidList"/>
    <dgm:cxn modelId="{60DE93B1-7A15-49C6-8217-9D1F5CEE70D1}" type="presParOf" srcId="{9861357C-B5E8-44BD-9970-A3F0A3583761}" destId="{657A8B6D-A71F-4A5D-A222-B11B367D9664}" srcOrd="4" destOrd="0" presId="urn:microsoft.com/office/officeart/2018/2/layout/IconVerticalSolidList"/>
    <dgm:cxn modelId="{E20A88C7-9671-4024-917B-871E5B25D0DE}" type="presParOf" srcId="{657A8B6D-A71F-4A5D-A222-B11B367D9664}" destId="{6A013127-D8F4-49FE-9BB8-A87D2FDBEF41}" srcOrd="0" destOrd="0" presId="urn:microsoft.com/office/officeart/2018/2/layout/IconVerticalSolidList"/>
    <dgm:cxn modelId="{49F435E5-A777-492A-BB5F-6902E9FF0CA2}" type="presParOf" srcId="{657A8B6D-A71F-4A5D-A222-B11B367D9664}" destId="{52575EF6-E5FC-4A3B-ADEC-AAC3818316F5}" srcOrd="1" destOrd="0" presId="urn:microsoft.com/office/officeart/2018/2/layout/IconVerticalSolidList"/>
    <dgm:cxn modelId="{E8EF7ACF-E45C-45A9-BA71-579CCBD2AEA5}" type="presParOf" srcId="{657A8B6D-A71F-4A5D-A222-B11B367D9664}" destId="{0BFFFCF9-CB2A-4D3A-BD26-307AA01A5EC8}" srcOrd="2" destOrd="0" presId="urn:microsoft.com/office/officeart/2018/2/layout/IconVerticalSolidList"/>
    <dgm:cxn modelId="{9F2FFF89-DF8C-4870-9D63-F27F750108FB}" type="presParOf" srcId="{657A8B6D-A71F-4A5D-A222-B11B367D9664}" destId="{772473D8-C960-45CA-931D-7ED639CFC144}" srcOrd="3" destOrd="0" presId="urn:microsoft.com/office/officeart/2018/2/layout/IconVerticalSolidList"/>
    <dgm:cxn modelId="{6521295B-98C9-486B-8D52-5A2F1281FF67}" type="presParOf" srcId="{9861357C-B5E8-44BD-9970-A3F0A3583761}" destId="{DFBFDBE9-904C-4D04-8687-A238BD31ED3F}" srcOrd="5" destOrd="0" presId="urn:microsoft.com/office/officeart/2018/2/layout/IconVerticalSolidList"/>
    <dgm:cxn modelId="{0EFF560F-45B8-4894-8170-81400AD95AD3}" type="presParOf" srcId="{9861357C-B5E8-44BD-9970-A3F0A3583761}" destId="{BA4DCA54-F942-4EE0-8925-1341A81A5D67}" srcOrd="6" destOrd="0" presId="urn:microsoft.com/office/officeart/2018/2/layout/IconVerticalSolidList"/>
    <dgm:cxn modelId="{693FEB3B-E5B3-47C7-8D93-598017AD8F39}" type="presParOf" srcId="{BA4DCA54-F942-4EE0-8925-1341A81A5D67}" destId="{D691E438-0E27-47DB-A87D-6ECA0E948158}" srcOrd="0" destOrd="0" presId="urn:microsoft.com/office/officeart/2018/2/layout/IconVerticalSolidList"/>
    <dgm:cxn modelId="{B6167C3D-5537-4232-89A1-A5772B724803}" type="presParOf" srcId="{BA4DCA54-F942-4EE0-8925-1341A81A5D67}" destId="{C0A8F2FF-DFEE-4CEB-AF8C-9E970B4023C2}" srcOrd="1" destOrd="0" presId="urn:microsoft.com/office/officeart/2018/2/layout/IconVerticalSolidList"/>
    <dgm:cxn modelId="{DD75377F-2170-4FC0-8151-15282E9E1C6C}" type="presParOf" srcId="{BA4DCA54-F942-4EE0-8925-1341A81A5D67}" destId="{BCD4F685-E716-4BE3-8DE6-0D65B690D528}" srcOrd="2" destOrd="0" presId="urn:microsoft.com/office/officeart/2018/2/layout/IconVerticalSolidList"/>
    <dgm:cxn modelId="{64D93FA6-23AC-45D1-9A1E-C04AA42FD766}" type="presParOf" srcId="{BA4DCA54-F942-4EE0-8925-1341A81A5D67}" destId="{287A6EDA-0BAA-46BD-BEB5-D75C8DE8793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96DC681-ACA6-4F8E-B7C0-7ACCEDD3B08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56DB901-0F66-47DE-950A-E0C81D79E4BB}">
      <dgm:prSet/>
      <dgm:spPr/>
      <dgm:t>
        <a:bodyPr/>
        <a:lstStyle/>
        <a:p>
          <a:r>
            <a:rPr lang="es-ES" b="1"/>
            <a:t>Control de servidors</a:t>
          </a:r>
          <a:endParaRPr lang="en-US"/>
        </a:p>
      </dgm:t>
    </dgm:pt>
    <dgm:pt modelId="{39DBA2ED-C37E-4DDB-90C7-878C547E0430}" type="parTrans" cxnId="{0506A665-2DFD-4EDA-9010-BDB1C726A410}">
      <dgm:prSet/>
      <dgm:spPr/>
      <dgm:t>
        <a:bodyPr/>
        <a:lstStyle/>
        <a:p>
          <a:endParaRPr lang="en-US"/>
        </a:p>
      </dgm:t>
    </dgm:pt>
    <dgm:pt modelId="{48F5777E-6829-413E-A210-05136522EB14}" type="sibTrans" cxnId="{0506A665-2DFD-4EDA-9010-BDB1C726A410}">
      <dgm:prSet/>
      <dgm:spPr/>
      <dgm:t>
        <a:bodyPr/>
        <a:lstStyle/>
        <a:p>
          <a:endParaRPr lang="en-US"/>
        </a:p>
      </dgm:t>
    </dgm:pt>
    <dgm:pt modelId="{E4B8CF5E-21A7-4B97-A1F5-BE43C9597148}">
      <dgm:prSet/>
      <dgm:spPr/>
      <dgm:t>
        <a:bodyPr/>
        <a:lstStyle/>
        <a:p>
          <a:r>
            <a:rPr lang="es-ES"/>
            <a:t>Sensors detecten temperatura</a:t>
          </a:r>
          <a:endParaRPr lang="en-US"/>
        </a:p>
      </dgm:t>
    </dgm:pt>
    <dgm:pt modelId="{42362810-FABB-43A6-ADB5-C5B77E6CD142}" type="parTrans" cxnId="{BD951B1C-3367-41F4-92EA-9736CD0D1F98}">
      <dgm:prSet/>
      <dgm:spPr/>
      <dgm:t>
        <a:bodyPr/>
        <a:lstStyle/>
        <a:p>
          <a:endParaRPr lang="en-US"/>
        </a:p>
      </dgm:t>
    </dgm:pt>
    <dgm:pt modelId="{C098B4F2-74BA-4AB9-AAAE-F51AD6AF2E13}" type="sibTrans" cxnId="{BD951B1C-3367-41F4-92EA-9736CD0D1F98}">
      <dgm:prSet/>
      <dgm:spPr/>
      <dgm:t>
        <a:bodyPr/>
        <a:lstStyle/>
        <a:p>
          <a:endParaRPr lang="en-US"/>
        </a:p>
      </dgm:t>
    </dgm:pt>
    <dgm:pt modelId="{340E4E79-C4D0-4F90-A2A5-9B29CEDDFF37}">
      <dgm:prSet/>
      <dgm:spPr/>
      <dgm:t>
        <a:bodyPr/>
        <a:lstStyle/>
        <a:p>
          <a:r>
            <a:rPr lang="es-ES"/>
            <a:t>Avisos abans d’una avaria</a:t>
          </a:r>
          <a:endParaRPr lang="en-US"/>
        </a:p>
      </dgm:t>
    </dgm:pt>
    <dgm:pt modelId="{7F9C6252-9826-455E-8E33-7F3DBEC24ECB}" type="parTrans" cxnId="{00A794BF-2387-41B5-8CF3-F70DDF5C15B8}">
      <dgm:prSet/>
      <dgm:spPr/>
      <dgm:t>
        <a:bodyPr/>
        <a:lstStyle/>
        <a:p>
          <a:endParaRPr lang="en-US"/>
        </a:p>
      </dgm:t>
    </dgm:pt>
    <dgm:pt modelId="{B4CEA65B-B8AB-42A4-8614-D15AE2CFF075}" type="sibTrans" cxnId="{00A794BF-2387-41B5-8CF3-F70DDF5C15B8}">
      <dgm:prSet/>
      <dgm:spPr/>
      <dgm:t>
        <a:bodyPr/>
        <a:lstStyle/>
        <a:p>
          <a:endParaRPr lang="en-US"/>
        </a:p>
      </dgm:t>
    </dgm:pt>
    <dgm:pt modelId="{93D41E6A-59D4-4A3B-A017-CE76554D2A8E}">
      <dgm:prSet/>
      <dgm:spPr/>
      <dgm:t>
        <a:bodyPr/>
        <a:lstStyle/>
        <a:p>
          <a:r>
            <a:rPr lang="es-ES"/>
            <a:t>Menys fallades</a:t>
          </a:r>
          <a:endParaRPr lang="en-US"/>
        </a:p>
      </dgm:t>
    </dgm:pt>
    <dgm:pt modelId="{017CDD02-818C-4B6D-84A6-6BC84A3A293D}" type="parTrans" cxnId="{4A6F584B-32C7-4A3A-8351-EE635E108EC0}">
      <dgm:prSet/>
      <dgm:spPr/>
      <dgm:t>
        <a:bodyPr/>
        <a:lstStyle/>
        <a:p>
          <a:endParaRPr lang="en-US"/>
        </a:p>
      </dgm:t>
    </dgm:pt>
    <dgm:pt modelId="{E68F1D96-556E-429E-872A-E880DC18FBE5}" type="sibTrans" cxnId="{4A6F584B-32C7-4A3A-8351-EE635E108EC0}">
      <dgm:prSet/>
      <dgm:spPr/>
      <dgm:t>
        <a:bodyPr/>
        <a:lstStyle/>
        <a:p>
          <a:endParaRPr lang="en-US"/>
        </a:p>
      </dgm:t>
    </dgm:pt>
    <dgm:pt modelId="{AF6AA168-1764-45B4-AAFB-8738ACCCC6C6}" type="pres">
      <dgm:prSet presAssocID="{796DC681-ACA6-4F8E-B7C0-7ACCEDD3B08C}" presName="linear" presStyleCnt="0">
        <dgm:presLayoutVars>
          <dgm:animLvl val="lvl"/>
          <dgm:resizeHandles val="exact"/>
        </dgm:presLayoutVars>
      </dgm:prSet>
      <dgm:spPr/>
    </dgm:pt>
    <dgm:pt modelId="{7056B498-117D-43C8-8F70-3A2636BA7334}" type="pres">
      <dgm:prSet presAssocID="{556DB901-0F66-47DE-950A-E0C81D79E4B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74D79F0-C12D-4A0B-BB7E-F150F6C8CAEF}" type="pres">
      <dgm:prSet presAssocID="{48F5777E-6829-413E-A210-05136522EB14}" presName="spacer" presStyleCnt="0"/>
      <dgm:spPr/>
    </dgm:pt>
    <dgm:pt modelId="{BC8A4894-58F9-4DDB-A0FA-0480B4874969}" type="pres">
      <dgm:prSet presAssocID="{E4B8CF5E-21A7-4B97-A1F5-BE43C959714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0447DB2-3E88-480B-8B97-2C161732C85A}" type="pres">
      <dgm:prSet presAssocID="{C098B4F2-74BA-4AB9-AAAE-F51AD6AF2E13}" presName="spacer" presStyleCnt="0"/>
      <dgm:spPr/>
    </dgm:pt>
    <dgm:pt modelId="{F59AC43B-8AF3-440E-8FB7-3CFEC4EA033A}" type="pres">
      <dgm:prSet presAssocID="{340E4E79-C4D0-4F90-A2A5-9B29CEDDFF3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3B181FA-295F-42C4-80E2-BE2DF495BE83}" type="pres">
      <dgm:prSet presAssocID="{B4CEA65B-B8AB-42A4-8614-D15AE2CFF075}" presName="spacer" presStyleCnt="0"/>
      <dgm:spPr/>
    </dgm:pt>
    <dgm:pt modelId="{AA9F4700-D7C3-496D-A5F6-1CFBA277A690}" type="pres">
      <dgm:prSet presAssocID="{93D41E6A-59D4-4A3B-A017-CE76554D2A8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D951B1C-3367-41F4-92EA-9736CD0D1F98}" srcId="{796DC681-ACA6-4F8E-B7C0-7ACCEDD3B08C}" destId="{E4B8CF5E-21A7-4B97-A1F5-BE43C9597148}" srcOrd="1" destOrd="0" parTransId="{42362810-FABB-43A6-ADB5-C5B77E6CD142}" sibTransId="{C098B4F2-74BA-4AB9-AAAE-F51AD6AF2E13}"/>
    <dgm:cxn modelId="{94485926-A38F-40C0-B5DE-CD6464886DB8}" type="presOf" srcId="{340E4E79-C4D0-4F90-A2A5-9B29CEDDFF37}" destId="{F59AC43B-8AF3-440E-8FB7-3CFEC4EA033A}" srcOrd="0" destOrd="0" presId="urn:microsoft.com/office/officeart/2005/8/layout/vList2"/>
    <dgm:cxn modelId="{3D5B7D2D-B8B3-45B8-BF91-AF638607159B}" type="presOf" srcId="{93D41E6A-59D4-4A3B-A017-CE76554D2A8E}" destId="{AA9F4700-D7C3-496D-A5F6-1CFBA277A690}" srcOrd="0" destOrd="0" presId="urn:microsoft.com/office/officeart/2005/8/layout/vList2"/>
    <dgm:cxn modelId="{0506A665-2DFD-4EDA-9010-BDB1C726A410}" srcId="{796DC681-ACA6-4F8E-B7C0-7ACCEDD3B08C}" destId="{556DB901-0F66-47DE-950A-E0C81D79E4BB}" srcOrd="0" destOrd="0" parTransId="{39DBA2ED-C37E-4DDB-90C7-878C547E0430}" sibTransId="{48F5777E-6829-413E-A210-05136522EB14}"/>
    <dgm:cxn modelId="{4A6F584B-32C7-4A3A-8351-EE635E108EC0}" srcId="{796DC681-ACA6-4F8E-B7C0-7ACCEDD3B08C}" destId="{93D41E6A-59D4-4A3B-A017-CE76554D2A8E}" srcOrd="3" destOrd="0" parTransId="{017CDD02-818C-4B6D-84A6-6BC84A3A293D}" sibTransId="{E68F1D96-556E-429E-872A-E880DC18FBE5}"/>
    <dgm:cxn modelId="{E918DCB6-8781-4739-898A-B4A684D7D877}" type="presOf" srcId="{796DC681-ACA6-4F8E-B7C0-7ACCEDD3B08C}" destId="{AF6AA168-1764-45B4-AAFB-8738ACCCC6C6}" srcOrd="0" destOrd="0" presId="urn:microsoft.com/office/officeart/2005/8/layout/vList2"/>
    <dgm:cxn modelId="{F486F6BD-6CF0-41D6-A27F-8B0803C56FEB}" type="presOf" srcId="{E4B8CF5E-21A7-4B97-A1F5-BE43C9597148}" destId="{BC8A4894-58F9-4DDB-A0FA-0480B4874969}" srcOrd="0" destOrd="0" presId="urn:microsoft.com/office/officeart/2005/8/layout/vList2"/>
    <dgm:cxn modelId="{00A794BF-2387-41B5-8CF3-F70DDF5C15B8}" srcId="{796DC681-ACA6-4F8E-B7C0-7ACCEDD3B08C}" destId="{340E4E79-C4D0-4F90-A2A5-9B29CEDDFF37}" srcOrd="2" destOrd="0" parTransId="{7F9C6252-9826-455E-8E33-7F3DBEC24ECB}" sibTransId="{B4CEA65B-B8AB-42A4-8614-D15AE2CFF075}"/>
    <dgm:cxn modelId="{FB2756E2-BBE9-45E4-BFF2-FDCF96B32062}" type="presOf" srcId="{556DB901-0F66-47DE-950A-E0C81D79E4BB}" destId="{7056B498-117D-43C8-8F70-3A2636BA7334}" srcOrd="0" destOrd="0" presId="urn:microsoft.com/office/officeart/2005/8/layout/vList2"/>
    <dgm:cxn modelId="{14BD415E-A779-4AA3-9451-47AF3CFBB1EA}" type="presParOf" srcId="{AF6AA168-1764-45B4-AAFB-8738ACCCC6C6}" destId="{7056B498-117D-43C8-8F70-3A2636BA7334}" srcOrd="0" destOrd="0" presId="urn:microsoft.com/office/officeart/2005/8/layout/vList2"/>
    <dgm:cxn modelId="{BE2C8679-A732-47DB-84B7-6F5E5DC9BFF4}" type="presParOf" srcId="{AF6AA168-1764-45B4-AAFB-8738ACCCC6C6}" destId="{074D79F0-C12D-4A0B-BB7E-F150F6C8CAEF}" srcOrd="1" destOrd="0" presId="urn:microsoft.com/office/officeart/2005/8/layout/vList2"/>
    <dgm:cxn modelId="{91AC81BD-BCF0-4AD2-9952-B19EA3DA60AB}" type="presParOf" srcId="{AF6AA168-1764-45B4-AAFB-8738ACCCC6C6}" destId="{BC8A4894-58F9-4DDB-A0FA-0480B4874969}" srcOrd="2" destOrd="0" presId="urn:microsoft.com/office/officeart/2005/8/layout/vList2"/>
    <dgm:cxn modelId="{71BA7EAB-9E06-46AB-A33D-9A287643D59E}" type="presParOf" srcId="{AF6AA168-1764-45B4-AAFB-8738ACCCC6C6}" destId="{40447DB2-3E88-480B-8B97-2C161732C85A}" srcOrd="3" destOrd="0" presId="urn:microsoft.com/office/officeart/2005/8/layout/vList2"/>
    <dgm:cxn modelId="{3D53AA45-DB7E-48DD-AE78-51309BDB44A4}" type="presParOf" srcId="{AF6AA168-1764-45B4-AAFB-8738ACCCC6C6}" destId="{F59AC43B-8AF3-440E-8FB7-3CFEC4EA033A}" srcOrd="4" destOrd="0" presId="urn:microsoft.com/office/officeart/2005/8/layout/vList2"/>
    <dgm:cxn modelId="{B42EE3EA-9553-43FD-8CB7-A2E168F92E0A}" type="presParOf" srcId="{AF6AA168-1764-45B4-AAFB-8738ACCCC6C6}" destId="{63B181FA-295F-42C4-80E2-BE2DF495BE83}" srcOrd="5" destOrd="0" presId="urn:microsoft.com/office/officeart/2005/8/layout/vList2"/>
    <dgm:cxn modelId="{F7771912-FE9B-4E1E-9357-442400693453}" type="presParOf" srcId="{AF6AA168-1764-45B4-AAFB-8738ACCCC6C6}" destId="{AA9F4700-D7C3-496D-A5F6-1CFBA277A69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6CF0795-ED2E-4095-A4B9-73A4A37F910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197F88E-B127-478F-BD30-E38BE22611CD}">
      <dgm:prSet/>
      <dgm:spPr/>
      <dgm:t>
        <a:bodyPr/>
        <a:lstStyle/>
        <a:p>
          <a:r>
            <a:rPr lang="es-ES" b="1"/>
            <a:t>Seguretat informàtica</a:t>
          </a:r>
          <a:endParaRPr lang="en-US"/>
        </a:p>
      </dgm:t>
    </dgm:pt>
    <dgm:pt modelId="{AF5B92DA-2C89-44D3-BC8F-05F8DE99AE18}" type="parTrans" cxnId="{84ACADEA-DC6A-40D2-B39D-2DB7E92DE71E}">
      <dgm:prSet/>
      <dgm:spPr/>
      <dgm:t>
        <a:bodyPr/>
        <a:lstStyle/>
        <a:p>
          <a:endParaRPr lang="en-US"/>
        </a:p>
      </dgm:t>
    </dgm:pt>
    <dgm:pt modelId="{90FCBBF4-88F1-45F8-83D0-257F2FA93EC7}" type="sibTrans" cxnId="{84ACADEA-DC6A-40D2-B39D-2DB7E92DE71E}">
      <dgm:prSet/>
      <dgm:spPr/>
      <dgm:t>
        <a:bodyPr/>
        <a:lstStyle/>
        <a:p>
          <a:endParaRPr lang="en-US"/>
        </a:p>
      </dgm:t>
    </dgm:pt>
    <dgm:pt modelId="{C086B702-DA32-4696-BC02-76551F3B2E59}">
      <dgm:prSet/>
      <dgm:spPr/>
      <dgm:t>
        <a:bodyPr/>
        <a:lstStyle/>
        <a:p>
          <a:r>
            <a:rPr lang="es-ES"/>
            <a:t>Anàlisi del trànsit de xarxa</a:t>
          </a:r>
          <a:endParaRPr lang="en-US"/>
        </a:p>
      </dgm:t>
    </dgm:pt>
    <dgm:pt modelId="{5EFAE4D3-1F99-4592-AF68-A8D44DE1ECFA}" type="parTrans" cxnId="{6ED6F341-6E9E-4B93-AA40-8FA3F8C80D17}">
      <dgm:prSet/>
      <dgm:spPr/>
      <dgm:t>
        <a:bodyPr/>
        <a:lstStyle/>
        <a:p>
          <a:endParaRPr lang="en-US"/>
        </a:p>
      </dgm:t>
    </dgm:pt>
    <dgm:pt modelId="{C4D53F46-60FE-4874-AFCD-063D3A46A14C}" type="sibTrans" cxnId="{6ED6F341-6E9E-4B93-AA40-8FA3F8C80D17}">
      <dgm:prSet/>
      <dgm:spPr/>
      <dgm:t>
        <a:bodyPr/>
        <a:lstStyle/>
        <a:p>
          <a:endParaRPr lang="en-US"/>
        </a:p>
      </dgm:t>
    </dgm:pt>
    <dgm:pt modelId="{77B2B938-EEAA-4D51-A7B6-C38F0CA713F7}">
      <dgm:prSet/>
      <dgm:spPr/>
      <dgm:t>
        <a:bodyPr/>
        <a:lstStyle/>
        <a:p>
          <a:r>
            <a:rPr lang="es-ES"/>
            <a:t>Detecció d’atacs</a:t>
          </a:r>
          <a:endParaRPr lang="en-US"/>
        </a:p>
      </dgm:t>
    </dgm:pt>
    <dgm:pt modelId="{7A63F57D-250B-4C00-A0B5-4FD68ADF94EA}" type="parTrans" cxnId="{5BBB2274-01D1-4D9F-8C17-4CDD4CA38B83}">
      <dgm:prSet/>
      <dgm:spPr/>
      <dgm:t>
        <a:bodyPr/>
        <a:lstStyle/>
        <a:p>
          <a:endParaRPr lang="en-US"/>
        </a:p>
      </dgm:t>
    </dgm:pt>
    <dgm:pt modelId="{0AB62C31-7002-4D00-9301-6D0AED98F57F}" type="sibTrans" cxnId="{5BBB2274-01D1-4D9F-8C17-4CDD4CA38B83}">
      <dgm:prSet/>
      <dgm:spPr/>
      <dgm:t>
        <a:bodyPr/>
        <a:lstStyle/>
        <a:p>
          <a:endParaRPr lang="en-US"/>
        </a:p>
      </dgm:t>
    </dgm:pt>
    <dgm:pt modelId="{B2724C26-F243-474A-90E7-235E08D32AAB}">
      <dgm:prSet/>
      <dgm:spPr/>
      <dgm:t>
        <a:bodyPr/>
        <a:lstStyle/>
        <a:p>
          <a:r>
            <a:rPr lang="es-ES"/>
            <a:t>Protecció de dades</a:t>
          </a:r>
          <a:endParaRPr lang="en-US"/>
        </a:p>
      </dgm:t>
    </dgm:pt>
    <dgm:pt modelId="{73076EE9-E28A-4635-8824-38AA0A85D91A}" type="parTrans" cxnId="{F2E0E3E4-7472-4349-B67F-73C30D2D0458}">
      <dgm:prSet/>
      <dgm:spPr/>
      <dgm:t>
        <a:bodyPr/>
        <a:lstStyle/>
        <a:p>
          <a:endParaRPr lang="en-US"/>
        </a:p>
      </dgm:t>
    </dgm:pt>
    <dgm:pt modelId="{86698609-DFCB-40A5-896D-B11774041E7D}" type="sibTrans" cxnId="{F2E0E3E4-7472-4349-B67F-73C30D2D0458}">
      <dgm:prSet/>
      <dgm:spPr/>
      <dgm:t>
        <a:bodyPr/>
        <a:lstStyle/>
        <a:p>
          <a:endParaRPr lang="en-US"/>
        </a:p>
      </dgm:t>
    </dgm:pt>
    <dgm:pt modelId="{10D74793-52EA-483E-9B97-56EECB9683B4}" type="pres">
      <dgm:prSet presAssocID="{26CF0795-ED2E-4095-A4B9-73A4A37F910B}" presName="linear" presStyleCnt="0">
        <dgm:presLayoutVars>
          <dgm:animLvl val="lvl"/>
          <dgm:resizeHandles val="exact"/>
        </dgm:presLayoutVars>
      </dgm:prSet>
      <dgm:spPr/>
    </dgm:pt>
    <dgm:pt modelId="{D59FD8BC-5D25-4BCB-AFEF-68AD69BEE49E}" type="pres">
      <dgm:prSet presAssocID="{5197F88E-B127-478F-BD30-E38BE22611C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F9868F8-E8F0-450D-90E1-36CEBC66DB4A}" type="pres">
      <dgm:prSet presAssocID="{90FCBBF4-88F1-45F8-83D0-257F2FA93EC7}" presName="spacer" presStyleCnt="0"/>
      <dgm:spPr/>
    </dgm:pt>
    <dgm:pt modelId="{AD10F886-B2C0-40DD-BCA5-F13314870BAA}" type="pres">
      <dgm:prSet presAssocID="{C086B702-DA32-4696-BC02-76551F3B2E5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90E9939-A50D-42E4-A951-8C52C781B328}" type="pres">
      <dgm:prSet presAssocID="{C4D53F46-60FE-4874-AFCD-063D3A46A14C}" presName="spacer" presStyleCnt="0"/>
      <dgm:spPr/>
    </dgm:pt>
    <dgm:pt modelId="{E3CA625E-3327-4D1E-B8D7-03084A5DAA8C}" type="pres">
      <dgm:prSet presAssocID="{77B2B938-EEAA-4D51-A7B6-C38F0CA713F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01D0255-4B3C-4206-B27E-9B8948985D33}" type="pres">
      <dgm:prSet presAssocID="{0AB62C31-7002-4D00-9301-6D0AED98F57F}" presName="spacer" presStyleCnt="0"/>
      <dgm:spPr/>
    </dgm:pt>
    <dgm:pt modelId="{E12F4F12-10FC-48B0-846F-693253A0004D}" type="pres">
      <dgm:prSet presAssocID="{B2724C26-F243-474A-90E7-235E08D32AA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8764009-08FC-4230-B4A0-EB87B7C0AEB2}" type="presOf" srcId="{77B2B938-EEAA-4D51-A7B6-C38F0CA713F7}" destId="{E3CA625E-3327-4D1E-B8D7-03084A5DAA8C}" srcOrd="0" destOrd="0" presId="urn:microsoft.com/office/officeart/2005/8/layout/vList2"/>
    <dgm:cxn modelId="{D587E525-C050-4608-A709-685CF0B03FBA}" type="presOf" srcId="{B2724C26-F243-474A-90E7-235E08D32AAB}" destId="{E12F4F12-10FC-48B0-846F-693253A0004D}" srcOrd="0" destOrd="0" presId="urn:microsoft.com/office/officeart/2005/8/layout/vList2"/>
    <dgm:cxn modelId="{A135915C-8EFA-4963-A15D-F8E2CE0EDB43}" type="presOf" srcId="{26CF0795-ED2E-4095-A4B9-73A4A37F910B}" destId="{10D74793-52EA-483E-9B97-56EECB9683B4}" srcOrd="0" destOrd="0" presId="urn:microsoft.com/office/officeart/2005/8/layout/vList2"/>
    <dgm:cxn modelId="{6ED6F341-6E9E-4B93-AA40-8FA3F8C80D17}" srcId="{26CF0795-ED2E-4095-A4B9-73A4A37F910B}" destId="{C086B702-DA32-4696-BC02-76551F3B2E59}" srcOrd="1" destOrd="0" parTransId="{5EFAE4D3-1F99-4592-AF68-A8D44DE1ECFA}" sibTransId="{C4D53F46-60FE-4874-AFCD-063D3A46A14C}"/>
    <dgm:cxn modelId="{5BBB2274-01D1-4D9F-8C17-4CDD4CA38B83}" srcId="{26CF0795-ED2E-4095-A4B9-73A4A37F910B}" destId="{77B2B938-EEAA-4D51-A7B6-C38F0CA713F7}" srcOrd="2" destOrd="0" parTransId="{7A63F57D-250B-4C00-A0B5-4FD68ADF94EA}" sibTransId="{0AB62C31-7002-4D00-9301-6D0AED98F57F}"/>
    <dgm:cxn modelId="{FC0184B8-2D37-4642-A3E3-F2267C9AFE0D}" type="presOf" srcId="{5197F88E-B127-478F-BD30-E38BE22611CD}" destId="{D59FD8BC-5D25-4BCB-AFEF-68AD69BEE49E}" srcOrd="0" destOrd="0" presId="urn:microsoft.com/office/officeart/2005/8/layout/vList2"/>
    <dgm:cxn modelId="{E3E72ADB-6C64-4051-9910-92348EA86BC0}" type="presOf" srcId="{C086B702-DA32-4696-BC02-76551F3B2E59}" destId="{AD10F886-B2C0-40DD-BCA5-F13314870BAA}" srcOrd="0" destOrd="0" presId="urn:microsoft.com/office/officeart/2005/8/layout/vList2"/>
    <dgm:cxn modelId="{F2E0E3E4-7472-4349-B67F-73C30D2D0458}" srcId="{26CF0795-ED2E-4095-A4B9-73A4A37F910B}" destId="{B2724C26-F243-474A-90E7-235E08D32AAB}" srcOrd="3" destOrd="0" parTransId="{73076EE9-E28A-4635-8824-38AA0A85D91A}" sibTransId="{86698609-DFCB-40A5-896D-B11774041E7D}"/>
    <dgm:cxn modelId="{84ACADEA-DC6A-40D2-B39D-2DB7E92DE71E}" srcId="{26CF0795-ED2E-4095-A4B9-73A4A37F910B}" destId="{5197F88E-B127-478F-BD30-E38BE22611CD}" srcOrd="0" destOrd="0" parTransId="{AF5B92DA-2C89-44D3-BC8F-05F8DE99AE18}" sibTransId="{90FCBBF4-88F1-45F8-83D0-257F2FA93EC7}"/>
    <dgm:cxn modelId="{07CCCD9D-281C-4C53-8927-AED8FB248797}" type="presParOf" srcId="{10D74793-52EA-483E-9B97-56EECB9683B4}" destId="{D59FD8BC-5D25-4BCB-AFEF-68AD69BEE49E}" srcOrd="0" destOrd="0" presId="urn:microsoft.com/office/officeart/2005/8/layout/vList2"/>
    <dgm:cxn modelId="{83A3E8EE-AB65-436C-BCDC-9821BACD63AA}" type="presParOf" srcId="{10D74793-52EA-483E-9B97-56EECB9683B4}" destId="{EF9868F8-E8F0-450D-90E1-36CEBC66DB4A}" srcOrd="1" destOrd="0" presId="urn:microsoft.com/office/officeart/2005/8/layout/vList2"/>
    <dgm:cxn modelId="{16071D28-5F52-4905-A002-41F499E94E0E}" type="presParOf" srcId="{10D74793-52EA-483E-9B97-56EECB9683B4}" destId="{AD10F886-B2C0-40DD-BCA5-F13314870BAA}" srcOrd="2" destOrd="0" presId="urn:microsoft.com/office/officeart/2005/8/layout/vList2"/>
    <dgm:cxn modelId="{9172A34D-5AFE-41A1-8E60-C5EA6C1424B1}" type="presParOf" srcId="{10D74793-52EA-483E-9B97-56EECB9683B4}" destId="{390E9939-A50D-42E4-A951-8C52C781B328}" srcOrd="3" destOrd="0" presId="urn:microsoft.com/office/officeart/2005/8/layout/vList2"/>
    <dgm:cxn modelId="{F7452CB4-84CE-4729-9714-6090B87AA1FA}" type="presParOf" srcId="{10D74793-52EA-483E-9B97-56EECB9683B4}" destId="{E3CA625E-3327-4D1E-B8D7-03084A5DAA8C}" srcOrd="4" destOrd="0" presId="urn:microsoft.com/office/officeart/2005/8/layout/vList2"/>
    <dgm:cxn modelId="{094A0C1A-F647-41A6-A7C4-353F4C30543F}" type="presParOf" srcId="{10D74793-52EA-483E-9B97-56EECB9683B4}" destId="{B01D0255-4B3C-4206-B27E-9B8948985D33}" srcOrd="5" destOrd="0" presId="urn:microsoft.com/office/officeart/2005/8/layout/vList2"/>
    <dgm:cxn modelId="{87BC9611-1C9F-4419-A22A-95D83CEAB1AA}" type="presParOf" srcId="{10D74793-52EA-483E-9B97-56EECB9683B4}" destId="{E12F4F12-10FC-48B0-846F-693253A0004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68E1C7B-20E1-4B21-9845-01B6DF3800C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5CE3FBC-3364-4BD4-9687-226FF4FFB634}">
      <dgm:prSet/>
      <dgm:spPr/>
      <dgm:t>
        <a:bodyPr/>
        <a:lstStyle/>
        <a:p>
          <a:r>
            <a:rPr lang="es-ES" b="1"/>
            <a:t>Manteniment predictiu</a:t>
          </a:r>
          <a:endParaRPr lang="en-US"/>
        </a:p>
      </dgm:t>
    </dgm:pt>
    <dgm:pt modelId="{A720E9D6-6357-461F-8CB9-5EB83D75A5ED}" type="parTrans" cxnId="{D0064EDD-EA6A-4049-95C9-A1D6DC51B46F}">
      <dgm:prSet/>
      <dgm:spPr/>
      <dgm:t>
        <a:bodyPr/>
        <a:lstStyle/>
        <a:p>
          <a:endParaRPr lang="en-US"/>
        </a:p>
      </dgm:t>
    </dgm:pt>
    <dgm:pt modelId="{1AA555FB-F192-4376-B5CF-C3470214DEB7}" type="sibTrans" cxnId="{D0064EDD-EA6A-4049-95C9-A1D6DC51B46F}">
      <dgm:prSet/>
      <dgm:spPr/>
      <dgm:t>
        <a:bodyPr/>
        <a:lstStyle/>
        <a:p>
          <a:endParaRPr lang="en-US"/>
        </a:p>
      </dgm:t>
    </dgm:pt>
    <dgm:pt modelId="{7AC9D8EA-4A2F-4B35-AC8D-6426D1D46E99}">
      <dgm:prSet/>
      <dgm:spPr/>
      <dgm:t>
        <a:bodyPr/>
        <a:lstStyle/>
        <a:p>
          <a:r>
            <a:rPr lang="es-ES"/>
            <a:t>Predicció d’errors</a:t>
          </a:r>
          <a:endParaRPr lang="en-US"/>
        </a:p>
      </dgm:t>
    </dgm:pt>
    <dgm:pt modelId="{BB7A4781-E1A5-4802-B44B-EB7D25F7E4FF}" type="parTrans" cxnId="{F5539494-4F6B-4282-A8BD-03E298F27065}">
      <dgm:prSet/>
      <dgm:spPr/>
      <dgm:t>
        <a:bodyPr/>
        <a:lstStyle/>
        <a:p>
          <a:endParaRPr lang="en-US"/>
        </a:p>
      </dgm:t>
    </dgm:pt>
    <dgm:pt modelId="{2EE02892-A924-4558-A277-59093412B05D}" type="sibTrans" cxnId="{F5539494-4F6B-4282-A8BD-03E298F27065}">
      <dgm:prSet/>
      <dgm:spPr/>
      <dgm:t>
        <a:bodyPr/>
        <a:lstStyle/>
        <a:p>
          <a:endParaRPr lang="en-US"/>
        </a:p>
      </dgm:t>
    </dgm:pt>
    <dgm:pt modelId="{2C948D90-FD99-4666-AC91-DA5E00DFAAEB}">
      <dgm:prSet/>
      <dgm:spPr/>
      <dgm:t>
        <a:bodyPr/>
        <a:lstStyle/>
        <a:p>
          <a:r>
            <a:rPr lang="es-ES"/>
            <a:t>Reparacions abans de la fallada</a:t>
          </a:r>
          <a:endParaRPr lang="en-US"/>
        </a:p>
      </dgm:t>
    </dgm:pt>
    <dgm:pt modelId="{B0830B34-D997-4570-99EB-95E3116C992D}" type="parTrans" cxnId="{B2E9B235-8ED8-4476-89FD-6A57AB00ADC0}">
      <dgm:prSet/>
      <dgm:spPr/>
      <dgm:t>
        <a:bodyPr/>
        <a:lstStyle/>
        <a:p>
          <a:endParaRPr lang="en-US"/>
        </a:p>
      </dgm:t>
    </dgm:pt>
    <dgm:pt modelId="{6EAB5F2E-6752-47F5-A968-200406C7D9E2}" type="sibTrans" cxnId="{B2E9B235-8ED8-4476-89FD-6A57AB00ADC0}">
      <dgm:prSet/>
      <dgm:spPr/>
      <dgm:t>
        <a:bodyPr/>
        <a:lstStyle/>
        <a:p>
          <a:endParaRPr lang="en-US"/>
        </a:p>
      </dgm:t>
    </dgm:pt>
    <dgm:pt modelId="{7E5486A4-64A8-4ECE-BA23-9E047F8132E8}">
      <dgm:prSet/>
      <dgm:spPr/>
      <dgm:t>
        <a:bodyPr/>
        <a:lstStyle/>
        <a:p>
          <a:r>
            <a:rPr lang="es-ES"/>
            <a:t>Estalvi de temps i diners</a:t>
          </a:r>
          <a:endParaRPr lang="en-US"/>
        </a:p>
      </dgm:t>
    </dgm:pt>
    <dgm:pt modelId="{BA101E13-87B9-49DA-BA00-774958C526DF}" type="parTrans" cxnId="{10C61002-890F-4E02-912B-1607C77A29E1}">
      <dgm:prSet/>
      <dgm:spPr/>
      <dgm:t>
        <a:bodyPr/>
        <a:lstStyle/>
        <a:p>
          <a:endParaRPr lang="en-US"/>
        </a:p>
      </dgm:t>
    </dgm:pt>
    <dgm:pt modelId="{CEFFD6A3-448A-4105-B189-80E1F719C936}" type="sibTrans" cxnId="{10C61002-890F-4E02-912B-1607C77A29E1}">
      <dgm:prSet/>
      <dgm:spPr/>
      <dgm:t>
        <a:bodyPr/>
        <a:lstStyle/>
        <a:p>
          <a:endParaRPr lang="en-US"/>
        </a:p>
      </dgm:t>
    </dgm:pt>
    <dgm:pt modelId="{9FF22FFD-9B18-4715-8D59-4EFF80562598}" type="pres">
      <dgm:prSet presAssocID="{568E1C7B-20E1-4B21-9845-01B6DF3800C5}" presName="linear" presStyleCnt="0">
        <dgm:presLayoutVars>
          <dgm:animLvl val="lvl"/>
          <dgm:resizeHandles val="exact"/>
        </dgm:presLayoutVars>
      </dgm:prSet>
      <dgm:spPr/>
    </dgm:pt>
    <dgm:pt modelId="{8BB21BB3-5E21-47EE-9F8C-E953DB36ECC6}" type="pres">
      <dgm:prSet presAssocID="{D5CE3FBC-3364-4BD4-9687-226FF4FFB63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D305312-E4D7-45B1-B4A6-32E11DF7AD54}" type="pres">
      <dgm:prSet presAssocID="{1AA555FB-F192-4376-B5CF-C3470214DEB7}" presName="spacer" presStyleCnt="0"/>
      <dgm:spPr/>
    </dgm:pt>
    <dgm:pt modelId="{EACA62DE-ABA8-4F05-88AB-C4B36B3A48CD}" type="pres">
      <dgm:prSet presAssocID="{7AC9D8EA-4A2F-4B35-AC8D-6426D1D46E9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156EBEA-B260-4A64-AA6A-D7FA6C4405FA}" type="pres">
      <dgm:prSet presAssocID="{2EE02892-A924-4558-A277-59093412B05D}" presName="spacer" presStyleCnt="0"/>
      <dgm:spPr/>
    </dgm:pt>
    <dgm:pt modelId="{A8A4EF84-336F-4B05-96F8-DA3783EC265C}" type="pres">
      <dgm:prSet presAssocID="{2C948D90-FD99-4666-AC91-DA5E00DFAAE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87426F2-584C-4994-8E1A-07EE64021400}" type="pres">
      <dgm:prSet presAssocID="{6EAB5F2E-6752-47F5-A968-200406C7D9E2}" presName="spacer" presStyleCnt="0"/>
      <dgm:spPr/>
    </dgm:pt>
    <dgm:pt modelId="{B101C942-3E26-4A5F-A496-4B8980AE4691}" type="pres">
      <dgm:prSet presAssocID="{7E5486A4-64A8-4ECE-BA23-9E047F8132E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0C61002-890F-4E02-912B-1607C77A29E1}" srcId="{568E1C7B-20E1-4B21-9845-01B6DF3800C5}" destId="{7E5486A4-64A8-4ECE-BA23-9E047F8132E8}" srcOrd="3" destOrd="0" parTransId="{BA101E13-87B9-49DA-BA00-774958C526DF}" sibTransId="{CEFFD6A3-448A-4105-B189-80E1F719C936}"/>
    <dgm:cxn modelId="{84D32827-CF8A-492C-9FA8-867E19166542}" type="presOf" srcId="{D5CE3FBC-3364-4BD4-9687-226FF4FFB634}" destId="{8BB21BB3-5E21-47EE-9F8C-E953DB36ECC6}" srcOrd="0" destOrd="0" presId="urn:microsoft.com/office/officeart/2005/8/layout/vList2"/>
    <dgm:cxn modelId="{B2E9B235-8ED8-4476-89FD-6A57AB00ADC0}" srcId="{568E1C7B-20E1-4B21-9845-01B6DF3800C5}" destId="{2C948D90-FD99-4666-AC91-DA5E00DFAAEB}" srcOrd="2" destOrd="0" parTransId="{B0830B34-D997-4570-99EB-95E3116C992D}" sibTransId="{6EAB5F2E-6752-47F5-A968-200406C7D9E2}"/>
    <dgm:cxn modelId="{E4194062-6EF6-4A87-BF28-A19792FC180D}" type="presOf" srcId="{7E5486A4-64A8-4ECE-BA23-9E047F8132E8}" destId="{B101C942-3E26-4A5F-A496-4B8980AE4691}" srcOrd="0" destOrd="0" presId="urn:microsoft.com/office/officeart/2005/8/layout/vList2"/>
    <dgm:cxn modelId="{139EED79-54B7-4692-9B85-EB5C7B70D691}" type="presOf" srcId="{568E1C7B-20E1-4B21-9845-01B6DF3800C5}" destId="{9FF22FFD-9B18-4715-8D59-4EFF80562598}" srcOrd="0" destOrd="0" presId="urn:microsoft.com/office/officeart/2005/8/layout/vList2"/>
    <dgm:cxn modelId="{F5539494-4F6B-4282-A8BD-03E298F27065}" srcId="{568E1C7B-20E1-4B21-9845-01B6DF3800C5}" destId="{7AC9D8EA-4A2F-4B35-AC8D-6426D1D46E99}" srcOrd="1" destOrd="0" parTransId="{BB7A4781-E1A5-4802-B44B-EB7D25F7E4FF}" sibTransId="{2EE02892-A924-4558-A277-59093412B05D}"/>
    <dgm:cxn modelId="{B00ACF9E-A01D-4A99-9143-CA6B47EF01E7}" type="presOf" srcId="{7AC9D8EA-4A2F-4B35-AC8D-6426D1D46E99}" destId="{EACA62DE-ABA8-4F05-88AB-C4B36B3A48CD}" srcOrd="0" destOrd="0" presId="urn:microsoft.com/office/officeart/2005/8/layout/vList2"/>
    <dgm:cxn modelId="{4D764DDD-396E-44B9-A60F-A473AB080762}" type="presOf" srcId="{2C948D90-FD99-4666-AC91-DA5E00DFAAEB}" destId="{A8A4EF84-336F-4B05-96F8-DA3783EC265C}" srcOrd="0" destOrd="0" presId="urn:microsoft.com/office/officeart/2005/8/layout/vList2"/>
    <dgm:cxn modelId="{D0064EDD-EA6A-4049-95C9-A1D6DC51B46F}" srcId="{568E1C7B-20E1-4B21-9845-01B6DF3800C5}" destId="{D5CE3FBC-3364-4BD4-9687-226FF4FFB634}" srcOrd="0" destOrd="0" parTransId="{A720E9D6-6357-461F-8CB9-5EB83D75A5ED}" sibTransId="{1AA555FB-F192-4376-B5CF-C3470214DEB7}"/>
    <dgm:cxn modelId="{83263106-AED1-4A3B-B567-5D00CC3A0A59}" type="presParOf" srcId="{9FF22FFD-9B18-4715-8D59-4EFF80562598}" destId="{8BB21BB3-5E21-47EE-9F8C-E953DB36ECC6}" srcOrd="0" destOrd="0" presId="urn:microsoft.com/office/officeart/2005/8/layout/vList2"/>
    <dgm:cxn modelId="{DE430C4E-061C-484D-8DDF-533618849512}" type="presParOf" srcId="{9FF22FFD-9B18-4715-8D59-4EFF80562598}" destId="{6D305312-E4D7-45B1-B4A6-32E11DF7AD54}" srcOrd="1" destOrd="0" presId="urn:microsoft.com/office/officeart/2005/8/layout/vList2"/>
    <dgm:cxn modelId="{155EBE7A-AA9C-4386-ABED-30DEABF50DC4}" type="presParOf" srcId="{9FF22FFD-9B18-4715-8D59-4EFF80562598}" destId="{EACA62DE-ABA8-4F05-88AB-C4B36B3A48CD}" srcOrd="2" destOrd="0" presId="urn:microsoft.com/office/officeart/2005/8/layout/vList2"/>
    <dgm:cxn modelId="{76814FE1-ACAB-4DCD-89E3-D8130555D4EC}" type="presParOf" srcId="{9FF22FFD-9B18-4715-8D59-4EFF80562598}" destId="{0156EBEA-B260-4A64-AA6A-D7FA6C4405FA}" srcOrd="3" destOrd="0" presId="urn:microsoft.com/office/officeart/2005/8/layout/vList2"/>
    <dgm:cxn modelId="{1482ECF9-A0DB-4474-A423-20C8A6D05C14}" type="presParOf" srcId="{9FF22FFD-9B18-4715-8D59-4EFF80562598}" destId="{A8A4EF84-336F-4B05-96F8-DA3783EC265C}" srcOrd="4" destOrd="0" presId="urn:microsoft.com/office/officeart/2005/8/layout/vList2"/>
    <dgm:cxn modelId="{19D0BA15-ECED-4EF7-A6C4-30B6E60A4302}" type="presParOf" srcId="{9FF22FFD-9B18-4715-8D59-4EFF80562598}" destId="{587426F2-584C-4994-8E1A-07EE64021400}" srcOrd="5" destOrd="0" presId="urn:microsoft.com/office/officeart/2005/8/layout/vList2"/>
    <dgm:cxn modelId="{F3EAD1D5-8A78-4225-8EFD-04DB159DB024}" type="presParOf" srcId="{9FF22FFD-9B18-4715-8D59-4EFF80562598}" destId="{B101C942-3E26-4A5F-A496-4B8980AE469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37961BB-422C-4742-9922-E85FC9342446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BF899EF-36BB-4AD0-B32D-202670D92B3B}">
      <dgm:prSet/>
      <dgm:spPr/>
      <dgm:t>
        <a:bodyPr/>
        <a:lstStyle/>
        <a:p>
          <a:r>
            <a:rPr lang="es-ES" b="1" dirty="0" err="1"/>
            <a:t>Avantatges</a:t>
          </a:r>
          <a:endParaRPr lang="en-US" dirty="0"/>
        </a:p>
      </dgm:t>
    </dgm:pt>
    <dgm:pt modelId="{62F4BD10-938E-4CDB-A6DE-9C6CBA951305}" type="parTrans" cxnId="{6AC44275-5EF6-4A83-BA47-A56412BE0078}">
      <dgm:prSet/>
      <dgm:spPr/>
      <dgm:t>
        <a:bodyPr/>
        <a:lstStyle/>
        <a:p>
          <a:endParaRPr lang="en-US"/>
        </a:p>
      </dgm:t>
    </dgm:pt>
    <dgm:pt modelId="{9F6DB4D6-4F1C-4E72-9598-81BC47F71C45}" type="sibTrans" cxnId="{6AC44275-5EF6-4A83-BA47-A56412BE0078}">
      <dgm:prSet/>
      <dgm:spPr/>
      <dgm:t>
        <a:bodyPr/>
        <a:lstStyle/>
        <a:p>
          <a:endParaRPr lang="en-US"/>
        </a:p>
      </dgm:t>
    </dgm:pt>
    <dgm:pt modelId="{04EDF517-0386-401D-87F4-315A024BA9BC}">
      <dgm:prSet/>
      <dgm:spPr/>
      <dgm:t>
        <a:bodyPr/>
        <a:lstStyle/>
        <a:p>
          <a:r>
            <a:rPr lang="es-ES"/>
            <a:t>Més productivitat</a:t>
          </a:r>
          <a:endParaRPr lang="en-US"/>
        </a:p>
      </dgm:t>
    </dgm:pt>
    <dgm:pt modelId="{A2C238D3-7FBC-4585-836D-5117401AF614}" type="parTrans" cxnId="{A18FE4D6-80D9-4DF2-9BB8-73B065B8EE61}">
      <dgm:prSet/>
      <dgm:spPr/>
      <dgm:t>
        <a:bodyPr/>
        <a:lstStyle/>
        <a:p>
          <a:endParaRPr lang="en-US"/>
        </a:p>
      </dgm:t>
    </dgm:pt>
    <dgm:pt modelId="{1D8DD4A9-8F6E-481D-A053-EBAD3D329C37}" type="sibTrans" cxnId="{A18FE4D6-80D9-4DF2-9BB8-73B065B8EE61}">
      <dgm:prSet/>
      <dgm:spPr/>
      <dgm:t>
        <a:bodyPr/>
        <a:lstStyle/>
        <a:p>
          <a:endParaRPr lang="en-US"/>
        </a:p>
      </dgm:t>
    </dgm:pt>
    <dgm:pt modelId="{63C8B769-4C69-43BD-9829-290198221406}">
      <dgm:prSet/>
      <dgm:spPr/>
      <dgm:t>
        <a:bodyPr/>
        <a:lstStyle/>
        <a:p>
          <a:r>
            <a:rPr lang="es-ES"/>
            <a:t>Menys errors</a:t>
          </a:r>
          <a:endParaRPr lang="en-US"/>
        </a:p>
      </dgm:t>
    </dgm:pt>
    <dgm:pt modelId="{CF4AE9B7-67E1-4F5E-A68B-6237D97C1132}" type="parTrans" cxnId="{612624F7-B793-4297-8FBD-F8D70A1FCA3E}">
      <dgm:prSet/>
      <dgm:spPr/>
      <dgm:t>
        <a:bodyPr/>
        <a:lstStyle/>
        <a:p>
          <a:endParaRPr lang="en-US"/>
        </a:p>
      </dgm:t>
    </dgm:pt>
    <dgm:pt modelId="{17288F60-284F-43F7-A3E8-5505A5668DC5}" type="sibTrans" cxnId="{612624F7-B793-4297-8FBD-F8D70A1FCA3E}">
      <dgm:prSet/>
      <dgm:spPr/>
      <dgm:t>
        <a:bodyPr/>
        <a:lstStyle/>
        <a:p>
          <a:endParaRPr lang="en-US"/>
        </a:p>
      </dgm:t>
    </dgm:pt>
    <dgm:pt modelId="{BFCE67AC-D99A-4F5D-A627-3D464B168D65}">
      <dgm:prSet/>
      <dgm:spPr/>
      <dgm:t>
        <a:bodyPr/>
        <a:lstStyle/>
        <a:p>
          <a:r>
            <a:rPr lang="es-ES"/>
            <a:t>Millor seguretat</a:t>
          </a:r>
          <a:endParaRPr lang="en-US"/>
        </a:p>
      </dgm:t>
    </dgm:pt>
    <dgm:pt modelId="{77847A7C-CE28-4CBB-9162-CE5AACBA8C21}" type="parTrans" cxnId="{7DC938EE-FABB-40FD-9B9C-0AFA1AD71330}">
      <dgm:prSet/>
      <dgm:spPr/>
      <dgm:t>
        <a:bodyPr/>
        <a:lstStyle/>
        <a:p>
          <a:endParaRPr lang="en-US"/>
        </a:p>
      </dgm:t>
    </dgm:pt>
    <dgm:pt modelId="{228B0F61-9F7E-4658-9129-746457C0B6D5}" type="sibTrans" cxnId="{7DC938EE-FABB-40FD-9B9C-0AFA1AD71330}">
      <dgm:prSet/>
      <dgm:spPr/>
      <dgm:t>
        <a:bodyPr/>
        <a:lstStyle/>
        <a:p>
          <a:endParaRPr lang="en-US"/>
        </a:p>
      </dgm:t>
    </dgm:pt>
    <dgm:pt modelId="{FB08E7C8-A945-48EF-9118-58BCE9B3C90F}">
      <dgm:prSet/>
      <dgm:spPr/>
      <dgm:t>
        <a:bodyPr/>
        <a:lstStyle/>
        <a:p>
          <a:r>
            <a:rPr lang="es-ES" b="1" dirty="0"/>
            <a:t>Riscos</a:t>
          </a:r>
          <a:endParaRPr lang="en-US" dirty="0"/>
        </a:p>
      </dgm:t>
    </dgm:pt>
    <dgm:pt modelId="{40254FB5-D4FD-4373-9795-EC4E106857F7}" type="parTrans" cxnId="{E6198C3F-4D58-4248-96F3-0B292F50A261}">
      <dgm:prSet/>
      <dgm:spPr/>
      <dgm:t>
        <a:bodyPr/>
        <a:lstStyle/>
        <a:p>
          <a:endParaRPr lang="en-US"/>
        </a:p>
      </dgm:t>
    </dgm:pt>
    <dgm:pt modelId="{AD6C1453-4826-4D61-A48C-4C676F56EC08}" type="sibTrans" cxnId="{E6198C3F-4D58-4248-96F3-0B292F50A261}">
      <dgm:prSet/>
      <dgm:spPr/>
      <dgm:t>
        <a:bodyPr/>
        <a:lstStyle/>
        <a:p>
          <a:endParaRPr lang="en-US"/>
        </a:p>
      </dgm:t>
    </dgm:pt>
    <dgm:pt modelId="{60F88A36-DB6B-4CB5-A696-ED07B2F01205}">
      <dgm:prSet/>
      <dgm:spPr/>
      <dgm:t>
        <a:bodyPr/>
        <a:lstStyle/>
        <a:p>
          <a:r>
            <a:rPr lang="es-ES"/>
            <a:t>Cost elevat</a:t>
          </a:r>
          <a:endParaRPr lang="en-US"/>
        </a:p>
      </dgm:t>
    </dgm:pt>
    <dgm:pt modelId="{FBCDAD66-D50E-449C-A2BD-C442893A2D1D}" type="parTrans" cxnId="{CF0778B3-1B8B-4F2D-B66F-3FFC67077107}">
      <dgm:prSet/>
      <dgm:spPr/>
      <dgm:t>
        <a:bodyPr/>
        <a:lstStyle/>
        <a:p>
          <a:endParaRPr lang="en-US"/>
        </a:p>
      </dgm:t>
    </dgm:pt>
    <dgm:pt modelId="{01ED70C0-E07E-40D5-A81D-D22BA8046623}" type="sibTrans" cxnId="{CF0778B3-1B8B-4F2D-B66F-3FFC67077107}">
      <dgm:prSet/>
      <dgm:spPr/>
      <dgm:t>
        <a:bodyPr/>
        <a:lstStyle/>
        <a:p>
          <a:endParaRPr lang="en-US"/>
        </a:p>
      </dgm:t>
    </dgm:pt>
    <dgm:pt modelId="{14060A10-727B-4DDC-BCAD-BE6A8A986180}">
      <dgm:prSet/>
      <dgm:spPr/>
      <dgm:t>
        <a:bodyPr/>
        <a:lstStyle/>
        <a:p>
          <a:r>
            <a:rPr lang="es-ES"/>
            <a:t>Dependència tecnològica</a:t>
          </a:r>
          <a:endParaRPr lang="en-US"/>
        </a:p>
      </dgm:t>
    </dgm:pt>
    <dgm:pt modelId="{715992D5-63A8-4538-B7EB-E1F097195BB4}" type="parTrans" cxnId="{65B5046F-9696-408D-8B57-EDA9E94B6318}">
      <dgm:prSet/>
      <dgm:spPr/>
      <dgm:t>
        <a:bodyPr/>
        <a:lstStyle/>
        <a:p>
          <a:endParaRPr lang="en-US"/>
        </a:p>
      </dgm:t>
    </dgm:pt>
    <dgm:pt modelId="{9C5A9F1D-374D-4E60-B2C2-27362D7E0EBF}" type="sibTrans" cxnId="{65B5046F-9696-408D-8B57-EDA9E94B6318}">
      <dgm:prSet/>
      <dgm:spPr/>
      <dgm:t>
        <a:bodyPr/>
        <a:lstStyle/>
        <a:p>
          <a:endParaRPr lang="en-US"/>
        </a:p>
      </dgm:t>
    </dgm:pt>
    <dgm:pt modelId="{B0FFC6AC-C1B8-482D-8F97-1E055C151351}">
      <dgm:prSet/>
      <dgm:spPr/>
      <dgm:t>
        <a:bodyPr/>
        <a:lstStyle/>
        <a:p>
          <a:r>
            <a:rPr lang="es-ES"/>
            <a:t>Privacitat de dades</a:t>
          </a:r>
          <a:endParaRPr lang="en-US"/>
        </a:p>
      </dgm:t>
    </dgm:pt>
    <dgm:pt modelId="{2380DF06-88EC-4C7F-A9AD-9BC554491730}" type="parTrans" cxnId="{457BA340-B25C-401B-86BB-50155CA13DDE}">
      <dgm:prSet/>
      <dgm:spPr/>
      <dgm:t>
        <a:bodyPr/>
        <a:lstStyle/>
        <a:p>
          <a:endParaRPr lang="en-US"/>
        </a:p>
      </dgm:t>
    </dgm:pt>
    <dgm:pt modelId="{0F68C423-7DA9-4D4D-A77B-2C19C1631B4B}" type="sibTrans" cxnId="{457BA340-B25C-401B-86BB-50155CA13DDE}">
      <dgm:prSet/>
      <dgm:spPr/>
      <dgm:t>
        <a:bodyPr/>
        <a:lstStyle/>
        <a:p>
          <a:endParaRPr lang="en-US"/>
        </a:p>
      </dgm:t>
    </dgm:pt>
    <dgm:pt modelId="{3530009D-8F15-4AAB-82B9-AE7BF4A4A3B4}" type="pres">
      <dgm:prSet presAssocID="{337961BB-422C-4742-9922-E85FC9342446}" presName="vert0" presStyleCnt="0">
        <dgm:presLayoutVars>
          <dgm:dir/>
          <dgm:animOne val="branch"/>
          <dgm:animLvl val="lvl"/>
        </dgm:presLayoutVars>
      </dgm:prSet>
      <dgm:spPr/>
    </dgm:pt>
    <dgm:pt modelId="{59081596-6751-44DD-8C16-6E7E19CD95DF}" type="pres">
      <dgm:prSet presAssocID="{FBF899EF-36BB-4AD0-B32D-202670D92B3B}" presName="thickLine" presStyleLbl="alignNode1" presStyleIdx="0" presStyleCnt="8"/>
      <dgm:spPr/>
    </dgm:pt>
    <dgm:pt modelId="{C57E260D-07F2-4A0A-8B54-73439F3F7F1B}" type="pres">
      <dgm:prSet presAssocID="{FBF899EF-36BB-4AD0-B32D-202670D92B3B}" presName="horz1" presStyleCnt="0"/>
      <dgm:spPr/>
    </dgm:pt>
    <dgm:pt modelId="{A312027C-6FE3-439C-B735-7392D126B373}" type="pres">
      <dgm:prSet presAssocID="{FBF899EF-36BB-4AD0-B32D-202670D92B3B}" presName="tx1" presStyleLbl="revTx" presStyleIdx="0" presStyleCnt="8"/>
      <dgm:spPr/>
    </dgm:pt>
    <dgm:pt modelId="{970137C0-512E-4938-9344-041C88AD899F}" type="pres">
      <dgm:prSet presAssocID="{FBF899EF-36BB-4AD0-B32D-202670D92B3B}" presName="vert1" presStyleCnt="0"/>
      <dgm:spPr/>
    </dgm:pt>
    <dgm:pt modelId="{806AB468-E05B-4F99-AC07-8EFBD6292A8A}" type="pres">
      <dgm:prSet presAssocID="{04EDF517-0386-401D-87F4-315A024BA9BC}" presName="thickLine" presStyleLbl="alignNode1" presStyleIdx="1" presStyleCnt="8"/>
      <dgm:spPr/>
    </dgm:pt>
    <dgm:pt modelId="{7D0C88D9-92B7-4206-B6BA-676657828E24}" type="pres">
      <dgm:prSet presAssocID="{04EDF517-0386-401D-87F4-315A024BA9BC}" presName="horz1" presStyleCnt="0"/>
      <dgm:spPr/>
    </dgm:pt>
    <dgm:pt modelId="{35C9C8D6-D2E2-4598-91F4-1FF16EEDD8FE}" type="pres">
      <dgm:prSet presAssocID="{04EDF517-0386-401D-87F4-315A024BA9BC}" presName="tx1" presStyleLbl="revTx" presStyleIdx="1" presStyleCnt="8"/>
      <dgm:spPr/>
    </dgm:pt>
    <dgm:pt modelId="{4931464F-A62B-4892-BFBF-EE0BCC65620B}" type="pres">
      <dgm:prSet presAssocID="{04EDF517-0386-401D-87F4-315A024BA9BC}" presName="vert1" presStyleCnt="0"/>
      <dgm:spPr/>
    </dgm:pt>
    <dgm:pt modelId="{1BCE7F8C-B5E4-4865-A466-1BC675465C25}" type="pres">
      <dgm:prSet presAssocID="{63C8B769-4C69-43BD-9829-290198221406}" presName="thickLine" presStyleLbl="alignNode1" presStyleIdx="2" presStyleCnt="8"/>
      <dgm:spPr/>
    </dgm:pt>
    <dgm:pt modelId="{66F53E4A-A1AD-4EC3-B0D9-A75DBB319C91}" type="pres">
      <dgm:prSet presAssocID="{63C8B769-4C69-43BD-9829-290198221406}" presName="horz1" presStyleCnt="0"/>
      <dgm:spPr/>
    </dgm:pt>
    <dgm:pt modelId="{1CF21B44-FAC1-412D-A4C1-7D622211A608}" type="pres">
      <dgm:prSet presAssocID="{63C8B769-4C69-43BD-9829-290198221406}" presName="tx1" presStyleLbl="revTx" presStyleIdx="2" presStyleCnt="8"/>
      <dgm:spPr/>
    </dgm:pt>
    <dgm:pt modelId="{223E2CF7-861F-461C-9A9E-E3394360E15E}" type="pres">
      <dgm:prSet presAssocID="{63C8B769-4C69-43BD-9829-290198221406}" presName="vert1" presStyleCnt="0"/>
      <dgm:spPr/>
    </dgm:pt>
    <dgm:pt modelId="{65757DB6-35CC-4460-B4C2-CFBC7F92F16D}" type="pres">
      <dgm:prSet presAssocID="{BFCE67AC-D99A-4F5D-A627-3D464B168D65}" presName="thickLine" presStyleLbl="alignNode1" presStyleIdx="3" presStyleCnt="8"/>
      <dgm:spPr/>
    </dgm:pt>
    <dgm:pt modelId="{5A73628C-8671-4EC9-9C74-4890F1CADFF1}" type="pres">
      <dgm:prSet presAssocID="{BFCE67AC-D99A-4F5D-A627-3D464B168D65}" presName="horz1" presStyleCnt="0"/>
      <dgm:spPr/>
    </dgm:pt>
    <dgm:pt modelId="{0319BF7E-ACA1-4EC2-88B7-481EBA4F4A02}" type="pres">
      <dgm:prSet presAssocID="{BFCE67AC-D99A-4F5D-A627-3D464B168D65}" presName="tx1" presStyleLbl="revTx" presStyleIdx="3" presStyleCnt="8"/>
      <dgm:spPr/>
    </dgm:pt>
    <dgm:pt modelId="{ACFEBC4E-C84D-4DD7-98CC-2DC950AD934C}" type="pres">
      <dgm:prSet presAssocID="{BFCE67AC-D99A-4F5D-A627-3D464B168D65}" presName="vert1" presStyleCnt="0"/>
      <dgm:spPr/>
    </dgm:pt>
    <dgm:pt modelId="{B7B04237-8A21-409C-8106-5AE1B63EA89E}" type="pres">
      <dgm:prSet presAssocID="{FB08E7C8-A945-48EF-9118-58BCE9B3C90F}" presName="thickLine" presStyleLbl="alignNode1" presStyleIdx="4" presStyleCnt="8"/>
      <dgm:spPr/>
    </dgm:pt>
    <dgm:pt modelId="{9E857C41-546D-4461-9679-3BE885A1115A}" type="pres">
      <dgm:prSet presAssocID="{FB08E7C8-A945-48EF-9118-58BCE9B3C90F}" presName="horz1" presStyleCnt="0"/>
      <dgm:spPr/>
    </dgm:pt>
    <dgm:pt modelId="{C54355D7-F7CC-417F-B7BF-693313EF3601}" type="pres">
      <dgm:prSet presAssocID="{FB08E7C8-A945-48EF-9118-58BCE9B3C90F}" presName="tx1" presStyleLbl="revTx" presStyleIdx="4" presStyleCnt="8"/>
      <dgm:spPr/>
    </dgm:pt>
    <dgm:pt modelId="{D3DE73CE-7E9F-4B87-ADCE-7803A8701EBA}" type="pres">
      <dgm:prSet presAssocID="{FB08E7C8-A945-48EF-9118-58BCE9B3C90F}" presName="vert1" presStyleCnt="0"/>
      <dgm:spPr/>
    </dgm:pt>
    <dgm:pt modelId="{03C1C41D-0C00-4818-A415-0A2E5F313C74}" type="pres">
      <dgm:prSet presAssocID="{60F88A36-DB6B-4CB5-A696-ED07B2F01205}" presName="thickLine" presStyleLbl="alignNode1" presStyleIdx="5" presStyleCnt="8"/>
      <dgm:spPr/>
    </dgm:pt>
    <dgm:pt modelId="{CB30331A-BE56-4394-BF5A-DB1A8F24B80B}" type="pres">
      <dgm:prSet presAssocID="{60F88A36-DB6B-4CB5-A696-ED07B2F01205}" presName="horz1" presStyleCnt="0"/>
      <dgm:spPr/>
    </dgm:pt>
    <dgm:pt modelId="{DF64FF58-A4A6-4E1C-84FE-F5CDA0F53945}" type="pres">
      <dgm:prSet presAssocID="{60F88A36-DB6B-4CB5-A696-ED07B2F01205}" presName="tx1" presStyleLbl="revTx" presStyleIdx="5" presStyleCnt="8"/>
      <dgm:spPr/>
    </dgm:pt>
    <dgm:pt modelId="{65F59286-1BCD-4DE4-A591-A052495AC471}" type="pres">
      <dgm:prSet presAssocID="{60F88A36-DB6B-4CB5-A696-ED07B2F01205}" presName="vert1" presStyleCnt="0"/>
      <dgm:spPr/>
    </dgm:pt>
    <dgm:pt modelId="{C88D1EAD-A810-4DE3-AE16-4E17BFDE8F68}" type="pres">
      <dgm:prSet presAssocID="{14060A10-727B-4DDC-BCAD-BE6A8A986180}" presName="thickLine" presStyleLbl="alignNode1" presStyleIdx="6" presStyleCnt="8"/>
      <dgm:spPr/>
    </dgm:pt>
    <dgm:pt modelId="{DAFC1BDA-3542-40B2-850E-8D4C8B623BA8}" type="pres">
      <dgm:prSet presAssocID="{14060A10-727B-4DDC-BCAD-BE6A8A986180}" presName="horz1" presStyleCnt="0"/>
      <dgm:spPr/>
    </dgm:pt>
    <dgm:pt modelId="{408C5811-9C1E-4CDF-8BD9-DF2EE78EFDF8}" type="pres">
      <dgm:prSet presAssocID="{14060A10-727B-4DDC-BCAD-BE6A8A986180}" presName="tx1" presStyleLbl="revTx" presStyleIdx="6" presStyleCnt="8"/>
      <dgm:spPr/>
    </dgm:pt>
    <dgm:pt modelId="{52F459C8-0CB8-4063-B2E9-189943FD118A}" type="pres">
      <dgm:prSet presAssocID="{14060A10-727B-4DDC-BCAD-BE6A8A986180}" presName="vert1" presStyleCnt="0"/>
      <dgm:spPr/>
    </dgm:pt>
    <dgm:pt modelId="{207F2B19-C1E9-4D60-B3B4-E087E9B5116F}" type="pres">
      <dgm:prSet presAssocID="{B0FFC6AC-C1B8-482D-8F97-1E055C151351}" presName="thickLine" presStyleLbl="alignNode1" presStyleIdx="7" presStyleCnt="8"/>
      <dgm:spPr/>
    </dgm:pt>
    <dgm:pt modelId="{B30E29AD-B12F-416E-B43B-4E2DA7875828}" type="pres">
      <dgm:prSet presAssocID="{B0FFC6AC-C1B8-482D-8F97-1E055C151351}" presName="horz1" presStyleCnt="0"/>
      <dgm:spPr/>
    </dgm:pt>
    <dgm:pt modelId="{98619E2E-B287-4D0B-8686-F29249E7AC18}" type="pres">
      <dgm:prSet presAssocID="{B0FFC6AC-C1B8-482D-8F97-1E055C151351}" presName="tx1" presStyleLbl="revTx" presStyleIdx="7" presStyleCnt="8"/>
      <dgm:spPr/>
    </dgm:pt>
    <dgm:pt modelId="{EB7859C0-D26B-4279-9421-7BD0B79401DA}" type="pres">
      <dgm:prSet presAssocID="{B0FFC6AC-C1B8-482D-8F97-1E055C151351}" presName="vert1" presStyleCnt="0"/>
      <dgm:spPr/>
    </dgm:pt>
  </dgm:ptLst>
  <dgm:cxnLst>
    <dgm:cxn modelId="{0A932F16-413C-48DE-AB37-746B931250E6}" type="presOf" srcId="{04EDF517-0386-401D-87F4-315A024BA9BC}" destId="{35C9C8D6-D2E2-4598-91F4-1FF16EEDD8FE}" srcOrd="0" destOrd="0" presId="urn:microsoft.com/office/officeart/2008/layout/LinedList"/>
    <dgm:cxn modelId="{DD737520-5CFD-44EC-ABFA-7D4AE8671173}" type="presOf" srcId="{337961BB-422C-4742-9922-E85FC9342446}" destId="{3530009D-8F15-4AAB-82B9-AE7BF4A4A3B4}" srcOrd="0" destOrd="0" presId="urn:microsoft.com/office/officeart/2008/layout/LinedList"/>
    <dgm:cxn modelId="{67BFF835-2368-4FD1-8462-F807DC6B8A0E}" type="presOf" srcId="{FB08E7C8-A945-48EF-9118-58BCE9B3C90F}" destId="{C54355D7-F7CC-417F-B7BF-693313EF3601}" srcOrd="0" destOrd="0" presId="urn:microsoft.com/office/officeart/2008/layout/LinedList"/>
    <dgm:cxn modelId="{BE27D336-0360-4107-A6AF-333B1C779961}" type="presOf" srcId="{FBF899EF-36BB-4AD0-B32D-202670D92B3B}" destId="{A312027C-6FE3-439C-B735-7392D126B373}" srcOrd="0" destOrd="0" presId="urn:microsoft.com/office/officeart/2008/layout/LinedList"/>
    <dgm:cxn modelId="{0C1AAC3B-8C32-4BDA-BFBE-23441EC8B0ED}" type="presOf" srcId="{BFCE67AC-D99A-4F5D-A627-3D464B168D65}" destId="{0319BF7E-ACA1-4EC2-88B7-481EBA4F4A02}" srcOrd="0" destOrd="0" presId="urn:microsoft.com/office/officeart/2008/layout/LinedList"/>
    <dgm:cxn modelId="{E6198C3F-4D58-4248-96F3-0B292F50A261}" srcId="{337961BB-422C-4742-9922-E85FC9342446}" destId="{FB08E7C8-A945-48EF-9118-58BCE9B3C90F}" srcOrd="4" destOrd="0" parTransId="{40254FB5-D4FD-4373-9795-EC4E106857F7}" sibTransId="{AD6C1453-4826-4D61-A48C-4C676F56EC08}"/>
    <dgm:cxn modelId="{457BA340-B25C-401B-86BB-50155CA13DDE}" srcId="{337961BB-422C-4742-9922-E85FC9342446}" destId="{B0FFC6AC-C1B8-482D-8F97-1E055C151351}" srcOrd="7" destOrd="0" parTransId="{2380DF06-88EC-4C7F-A9AD-9BC554491730}" sibTransId="{0F68C423-7DA9-4D4D-A77B-2C19C1631B4B}"/>
    <dgm:cxn modelId="{4A11BB65-FA13-44C5-B5E5-8F7E60DD610D}" type="presOf" srcId="{63C8B769-4C69-43BD-9829-290198221406}" destId="{1CF21B44-FAC1-412D-A4C1-7D622211A608}" srcOrd="0" destOrd="0" presId="urn:microsoft.com/office/officeart/2008/layout/LinedList"/>
    <dgm:cxn modelId="{1AA6EE48-1868-4E8E-8BC8-AFAE99F660F3}" type="presOf" srcId="{60F88A36-DB6B-4CB5-A696-ED07B2F01205}" destId="{DF64FF58-A4A6-4E1C-84FE-F5CDA0F53945}" srcOrd="0" destOrd="0" presId="urn:microsoft.com/office/officeart/2008/layout/LinedList"/>
    <dgm:cxn modelId="{65B5046F-9696-408D-8B57-EDA9E94B6318}" srcId="{337961BB-422C-4742-9922-E85FC9342446}" destId="{14060A10-727B-4DDC-BCAD-BE6A8A986180}" srcOrd="6" destOrd="0" parTransId="{715992D5-63A8-4538-B7EB-E1F097195BB4}" sibTransId="{9C5A9F1D-374D-4E60-B2C2-27362D7E0EBF}"/>
    <dgm:cxn modelId="{6AC44275-5EF6-4A83-BA47-A56412BE0078}" srcId="{337961BB-422C-4742-9922-E85FC9342446}" destId="{FBF899EF-36BB-4AD0-B32D-202670D92B3B}" srcOrd="0" destOrd="0" parTransId="{62F4BD10-938E-4CDB-A6DE-9C6CBA951305}" sibTransId="{9F6DB4D6-4F1C-4E72-9598-81BC47F71C45}"/>
    <dgm:cxn modelId="{1699FE77-4C9E-4800-9183-B34A162FF8E6}" type="presOf" srcId="{B0FFC6AC-C1B8-482D-8F97-1E055C151351}" destId="{98619E2E-B287-4D0B-8686-F29249E7AC18}" srcOrd="0" destOrd="0" presId="urn:microsoft.com/office/officeart/2008/layout/LinedList"/>
    <dgm:cxn modelId="{CF0778B3-1B8B-4F2D-B66F-3FFC67077107}" srcId="{337961BB-422C-4742-9922-E85FC9342446}" destId="{60F88A36-DB6B-4CB5-A696-ED07B2F01205}" srcOrd="5" destOrd="0" parTransId="{FBCDAD66-D50E-449C-A2BD-C442893A2D1D}" sibTransId="{01ED70C0-E07E-40D5-A81D-D22BA8046623}"/>
    <dgm:cxn modelId="{8C982AB9-3985-434A-9870-A940D14F363C}" type="presOf" srcId="{14060A10-727B-4DDC-BCAD-BE6A8A986180}" destId="{408C5811-9C1E-4CDF-8BD9-DF2EE78EFDF8}" srcOrd="0" destOrd="0" presId="urn:microsoft.com/office/officeart/2008/layout/LinedList"/>
    <dgm:cxn modelId="{A18FE4D6-80D9-4DF2-9BB8-73B065B8EE61}" srcId="{337961BB-422C-4742-9922-E85FC9342446}" destId="{04EDF517-0386-401D-87F4-315A024BA9BC}" srcOrd="1" destOrd="0" parTransId="{A2C238D3-7FBC-4585-836D-5117401AF614}" sibTransId="{1D8DD4A9-8F6E-481D-A053-EBAD3D329C37}"/>
    <dgm:cxn modelId="{7DC938EE-FABB-40FD-9B9C-0AFA1AD71330}" srcId="{337961BB-422C-4742-9922-E85FC9342446}" destId="{BFCE67AC-D99A-4F5D-A627-3D464B168D65}" srcOrd="3" destOrd="0" parTransId="{77847A7C-CE28-4CBB-9162-CE5AACBA8C21}" sibTransId="{228B0F61-9F7E-4658-9129-746457C0B6D5}"/>
    <dgm:cxn modelId="{612624F7-B793-4297-8FBD-F8D70A1FCA3E}" srcId="{337961BB-422C-4742-9922-E85FC9342446}" destId="{63C8B769-4C69-43BD-9829-290198221406}" srcOrd="2" destOrd="0" parTransId="{CF4AE9B7-67E1-4F5E-A68B-6237D97C1132}" sibTransId="{17288F60-284F-43F7-A3E8-5505A5668DC5}"/>
    <dgm:cxn modelId="{C7A03B8E-642F-4A07-9FA3-5BD1EECD5766}" type="presParOf" srcId="{3530009D-8F15-4AAB-82B9-AE7BF4A4A3B4}" destId="{59081596-6751-44DD-8C16-6E7E19CD95DF}" srcOrd="0" destOrd="0" presId="urn:microsoft.com/office/officeart/2008/layout/LinedList"/>
    <dgm:cxn modelId="{DD6E3188-ED0F-4B68-9BA4-F63D85E8A4BE}" type="presParOf" srcId="{3530009D-8F15-4AAB-82B9-AE7BF4A4A3B4}" destId="{C57E260D-07F2-4A0A-8B54-73439F3F7F1B}" srcOrd="1" destOrd="0" presId="urn:microsoft.com/office/officeart/2008/layout/LinedList"/>
    <dgm:cxn modelId="{F79692F7-B07A-4112-9AA7-1AFE36F9A17B}" type="presParOf" srcId="{C57E260D-07F2-4A0A-8B54-73439F3F7F1B}" destId="{A312027C-6FE3-439C-B735-7392D126B373}" srcOrd="0" destOrd="0" presId="urn:microsoft.com/office/officeart/2008/layout/LinedList"/>
    <dgm:cxn modelId="{0352C1DC-D217-4C3A-AE11-57578A613CFB}" type="presParOf" srcId="{C57E260D-07F2-4A0A-8B54-73439F3F7F1B}" destId="{970137C0-512E-4938-9344-041C88AD899F}" srcOrd="1" destOrd="0" presId="urn:microsoft.com/office/officeart/2008/layout/LinedList"/>
    <dgm:cxn modelId="{91C41172-1858-4C00-B94D-EF9DC27D8A63}" type="presParOf" srcId="{3530009D-8F15-4AAB-82B9-AE7BF4A4A3B4}" destId="{806AB468-E05B-4F99-AC07-8EFBD6292A8A}" srcOrd="2" destOrd="0" presId="urn:microsoft.com/office/officeart/2008/layout/LinedList"/>
    <dgm:cxn modelId="{95E0ACD6-5F6B-4DCD-890D-813F0637385A}" type="presParOf" srcId="{3530009D-8F15-4AAB-82B9-AE7BF4A4A3B4}" destId="{7D0C88D9-92B7-4206-B6BA-676657828E24}" srcOrd="3" destOrd="0" presId="urn:microsoft.com/office/officeart/2008/layout/LinedList"/>
    <dgm:cxn modelId="{AFE49A77-B43C-443E-AD0A-37623D0EC8BE}" type="presParOf" srcId="{7D0C88D9-92B7-4206-B6BA-676657828E24}" destId="{35C9C8D6-D2E2-4598-91F4-1FF16EEDD8FE}" srcOrd="0" destOrd="0" presId="urn:microsoft.com/office/officeart/2008/layout/LinedList"/>
    <dgm:cxn modelId="{F8CF633A-6281-4A31-9235-734EC126C04F}" type="presParOf" srcId="{7D0C88D9-92B7-4206-B6BA-676657828E24}" destId="{4931464F-A62B-4892-BFBF-EE0BCC65620B}" srcOrd="1" destOrd="0" presId="urn:microsoft.com/office/officeart/2008/layout/LinedList"/>
    <dgm:cxn modelId="{26A393DD-6A91-44AD-8056-23F45BBC465F}" type="presParOf" srcId="{3530009D-8F15-4AAB-82B9-AE7BF4A4A3B4}" destId="{1BCE7F8C-B5E4-4865-A466-1BC675465C25}" srcOrd="4" destOrd="0" presId="urn:microsoft.com/office/officeart/2008/layout/LinedList"/>
    <dgm:cxn modelId="{5F0736BC-38C6-42F8-9C62-ACACAB86CE0B}" type="presParOf" srcId="{3530009D-8F15-4AAB-82B9-AE7BF4A4A3B4}" destId="{66F53E4A-A1AD-4EC3-B0D9-A75DBB319C91}" srcOrd="5" destOrd="0" presId="urn:microsoft.com/office/officeart/2008/layout/LinedList"/>
    <dgm:cxn modelId="{1B89D176-455B-43E4-8D31-121D55FAF764}" type="presParOf" srcId="{66F53E4A-A1AD-4EC3-B0D9-A75DBB319C91}" destId="{1CF21B44-FAC1-412D-A4C1-7D622211A608}" srcOrd="0" destOrd="0" presId="urn:microsoft.com/office/officeart/2008/layout/LinedList"/>
    <dgm:cxn modelId="{7AA0E457-9ABC-4061-83E2-C46A23C44B32}" type="presParOf" srcId="{66F53E4A-A1AD-4EC3-B0D9-A75DBB319C91}" destId="{223E2CF7-861F-461C-9A9E-E3394360E15E}" srcOrd="1" destOrd="0" presId="urn:microsoft.com/office/officeart/2008/layout/LinedList"/>
    <dgm:cxn modelId="{D79ADA18-2C46-4DBD-9FCE-DB3830F1B988}" type="presParOf" srcId="{3530009D-8F15-4AAB-82B9-AE7BF4A4A3B4}" destId="{65757DB6-35CC-4460-B4C2-CFBC7F92F16D}" srcOrd="6" destOrd="0" presId="urn:microsoft.com/office/officeart/2008/layout/LinedList"/>
    <dgm:cxn modelId="{47CE0B96-5973-4A4B-B872-BA679A0FAA8B}" type="presParOf" srcId="{3530009D-8F15-4AAB-82B9-AE7BF4A4A3B4}" destId="{5A73628C-8671-4EC9-9C74-4890F1CADFF1}" srcOrd="7" destOrd="0" presId="urn:microsoft.com/office/officeart/2008/layout/LinedList"/>
    <dgm:cxn modelId="{FD472F6B-0D4D-4326-887B-433D7D26F1FD}" type="presParOf" srcId="{5A73628C-8671-4EC9-9C74-4890F1CADFF1}" destId="{0319BF7E-ACA1-4EC2-88B7-481EBA4F4A02}" srcOrd="0" destOrd="0" presId="urn:microsoft.com/office/officeart/2008/layout/LinedList"/>
    <dgm:cxn modelId="{6BD7CB36-1C8A-4CE9-AC90-C7806C551F66}" type="presParOf" srcId="{5A73628C-8671-4EC9-9C74-4890F1CADFF1}" destId="{ACFEBC4E-C84D-4DD7-98CC-2DC950AD934C}" srcOrd="1" destOrd="0" presId="urn:microsoft.com/office/officeart/2008/layout/LinedList"/>
    <dgm:cxn modelId="{DA799C43-D2FB-4625-9CC0-F330BB5EA964}" type="presParOf" srcId="{3530009D-8F15-4AAB-82B9-AE7BF4A4A3B4}" destId="{B7B04237-8A21-409C-8106-5AE1B63EA89E}" srcOrd="8" destOrd="0" presId="urn:microsoft.com/office/officeart/2008/layout/LinedList"/>
    <dgm:cxn modelId="{DA42EB7C-0F7E-4F2E-98B2-293E52A32957}" type="presParOf" srcId="{3530009D-8F15-4AAB-82B9-AE7BF4A4A3B4}" destId="{9E857C41-546D-4461-9679-3BE885A1115A}" srcOrd="9" destOrd="0" presId="urn:microsoft.com/office/officeart/2008/layout/LinedList"/>
    <dgm:cxn modelId="{5179FD69-9D2A-4304-B787-B14B0A4F2E53}" type="presParOf" srcId="{9E857C41-546D-4461-9679-3BE885A1115A}" destId="{C54355D7-F7CC-417F-B7BF-693313EF3601}" srcOrd="0" destOrd="0" presId="urn:microsoft.com/office/officeart/2008/layout/LinedList"/>
    <dgm:cxn modelId="{EC8C2F37-159E-4E1A-A068-13DBB0AACA14}" type="presParOf" srcId="{9E857C41-546D-4461-9679-3BE885A1115A}" destId="{D3DE73CE-7E9F-4B87-ADCE-7803A8701EBA}" srcOrd="1" destOrd="0" presId="urn:microsoft.com/office/officeart/2008/layout/LinedList"/>
    <dgm:cxn modelId="{4779637B-C4AF-49E0-92F0-4A5ECC531386}" type="presParOf" srcId="{3530009D-8F15-4AAB-82B9-AE7BF4A4A3B4}" destId="{03C1C41D-0C00-4818-A415-0A2E5F313C74}" srcOrd="10" destOrd="0" presId="urn:microsoft.com/office/officeart/2008/layout/LinedList"/>
    <dgm:cxn modelId="{0ECA2630-4C7B-4921-9C9C-8B48E65313C7}" type="presParOf" srcId="{3530009D-8F15-4AAB-82B9-AE7BF4A4A3B4}" destId="{CB30331A-BE56-4394-BF5A-DB1A8F24B80B}" srcOrd="11" destOrd="0" presId="urn:microsoft.com/office/officeart/2008/layout/LinedList"/>
    <dgm:cxn modelId="{5C4A003D-3CCF-4D10-8E3A-08B93ADA0A70}" type="presParOf" srcId="{CB30331A-BE56-4394-BF5A-DB1A8F24B80B}" destId="{DF64FF58-A4A6-4E1C-84FE-F5CDA0F53945}" srcOrd="0" destOrd="0" presId="urn:microsoft.com/office/officeart/2008/layout/LinedList"/>
    <dgm:cxn modelId="{E243E677-367F-4A92-99AE-C07A0CC3D990}" type="presParOf" srcId="{CB30331A-BE56-4394-BF5A-DB1A8F24B80B}" destId="{65F59286-1BCD-4DE4-A591-A052495AC471}" srcOrd="1" destOrd="0" presId="urn:microsoft.com/office/officeart/2008/layout/LinedList"/>
    <dgm:cxn modelId="{D514EA40-FDC2-4883-821A-7CE87AE4DC06}" type="presParOf" srcId="{3530009D-8F15-4AAB-82B9-AE7BF4A4A3B4}" destId="{C88D1EAD-A810-4DE3-AE16-4E17BFDE8F68}" srcOrd="12" destOrd="0" presId="urn:microsoft.com/office/officeart/2008/layout/LinedList"/>
    <dgm:cxn modelId="{52467554-2F1B-4A43-B0E0-252B522E1272}" type="presParOf" srcId="{3530009D-8F15-4AAB-82B9-AE7BF4A4A3B4}" destId="{DAFC1BDA-3542-40B2-850E-8D4C8B623BA8}" srcOrd="13" destOrd="0" presId="urn:microsoft.com/office/officeart/2008/layout/LinedList"/>
    <dgm:cxn modelId="{21A8C5DA-5687-4D7B-8673-10CFE12DD5D0}" type="presParOf" srcId="{DAFC1BDA-3542-40B2-850E-8D4C8B623BA8}" destId="{408C5811-9C1E-4CDF-8BD9-DF2EE78EFDF8}" srcOrd="0" destOrd="0" presId="urn:microsoft.com/office/officeart/2008/layout/LinedList"/>
    <dgm:cxn modelId="{B4EDA129-FD4A-41D7-9F76-BCC7AD229500}" type="presParOf" srcId="{DAFC1BDA-3542-40B2-850E-8D4C8B623BA8}" destId="{52F459C8-0CB8-4063-B2E9-189943FD118A}" srcOrd="1" destOrd="0" presId="urn:microsoft.com/office/officeart/2008/layout/LinedList"/>
    <dgm:cxn modelId="{13679378-20CA-40F8-9426-669F830EE9F8}" type="presParOf" srcId="{3530009D-8F15-4AAB-82B9-AE7BF4A4A3B4}" destId="{207F2B19-C1E9-4D60-B3B4-E087E9B5116F}" srcOrd="14" destOrd="0" presId="urn:microsoft.com/office/officeart/2008/layout/LinedList"/>
    <dgm:cxn modelId="{37F19246-81CB-4FAB-BE98-0833965057CD}" type="presParOf" srcId="{3530009D-8F15-4AAB-82B9-AE7BF4A4A3B4}" destId="{B30E29AD-B12F-416E-B43B-4E2DA7875828}" srcOrd="15" destOrd="0" presId="urn:microsoft.com/office/officeart/2008/layout/LinedList"/>
    <dgm:cxn modelId="{B485C959-91BD-4D64-AF0E-F2B78D47FC2F}" type="presParOf" srcId="{B30E29AD-B12F-416E-B43B-4E2DA7875828}" destId="{98619E2E-B287-4D0B-8686-F29249E7AC18}" srcOrd="0" destOrd="0" presId="urn:microsoft.com/office/officeart/2008/layout/LinedList"/>
    <dgm:cxn modelId="{7147AFBB-EEF5-406D-9CD1-BB9A1E4C5B99}" type="presParOf" srcId="{B30E29AD-B12F-416E-B43B-4E2DA7875828}" destId="{EB7859C0-D26B-4279-9421-7BD0B79401D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B5365B-7080-421E-80DF-C42D7EA6182F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F30DB2-E714-46B4-9853-B6DBDDD8E7D7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000" b="0" i="0" kern="1200" baseline="0"/>
            <a:t>S’encarrega del manteniment d’ordinadors, servidors i xarxes</a:t>
          </a:r>
          <a:endParaRPr lang="en-US" sz="4000" kern="1200"/>
        </a:p>
      </dsp:txBody>
      <dsp:txXfrm>
        <a:off x="696297" y="538547"/>
        <a:ext cx="4171627" cy="2590157"/>
      </dsp:txXfrm>
    </dsp:sp>
    <dsp:sp modelId="{6B027EF7-A371-4C7C-9D92-D2BBCE276D39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C58C93-C475-4E31-967D-B295466753AF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000" b="0" i="0" kern="1200" baseline="0"/>
            <a:t>És un sector molt important a les empreses actuals</a:t>
          </a:r>
          <a:endParaRPr lang="en-US" sz="4000" kern="1200"/>
        </a:p>
      </dsp:txBody>
      <dsp:txXfrm>
        <a:off x="5991936" y="538547"/>
        <a:ext cx="4171627" cy="25901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6695E-18B4-4F0F-A6F6-05E65972A5F1}">
      <dsp:nvSpPr>
        <dsp:cNvPr id="0" name=""/>
        <dsp:cNvSpPr/>
      </dsp:nvSpPr>
      <dsp:spPr>
        <a:xfrm>
          <a:off x="3080" y="587032"/>
          <a:ext cx="2444055" cy="1466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b="1" kern="1200"/>
            <a:t>Tasques</a:t>
          </a:r>
          <a:endParaRPr lang="en-US" sz="2900" kern="1200"/>
        </a:p>
      </dsp:txBody>
      <dsp:txXfrm>
        <a:off x="3080" y="587032"/>
        <a:ext cx="2444055" cy="1466433"/>
      </dsp:txXfrm>
    </dsp:sp>
    <dsp:sp modelId="{91E1D308-18C8-41CB-B5CC-EDDB4267F1C3}">
      <dsp:nvSpPr>
        <dsp:cNvPr id="0" name=""/>
        <dsp:cNvSpPr/>
      </dsp:nvSpPr>
      <dsp:spPr>
        <a:xfrm>
          <a:off x="2691541" y="587032"/>
          <a:ext cx="2444055" cy="1466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Instal·lació d’ordinadors i programari</a:t>
          </a:r>
          <a:endParaRPr lang="en-US" sz="2900" kern="1200"/>
        </a:p>
      </dsp:txBody>
      <dsp:txXfrm>
        <a:off x="2691541" y="587032"/>
        <a:ext cx="2444055" cy="1466433"/>
      </dsp:txXfrm>
    </dsp:sp>
    <dsp:sp modelId="{48AFB70B-E1F7-4599-9B1A-385CA2976B6C}">
      <dsp:nvSpPr>
        <dsp:cNvPr id="0" name=""/>
        <dsp:cNvSpPr/>
      </dsp:nvSpPr>
      <dsp:spPr>
        <a:xfrm>
          <a:off x="5380002" y="587032"/>
          <a:ext cx="2444055" cy="1466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Gestió de xarxes i servidors</a:t>
          </a:r>
          <a:endParaRPr lang="en-US" sz="2900" kern="1200"/>
        </a:p>
      </dsp:txBody>
      <dsp:txXfrm>
        <a:off x="5380002" y="587032"/>
        <a:ext cx="2444055" cy="1466433"/>
      </dsp:txXfrm>
    </dsp:sp>
    <dsp:sp modelId="{B9AB694B-67D1-49C6-B10E-BA2C57F1153F}">
      <dsp:nvSpPr>
        <dsp:cNvPr id="0" name=""/>
        <dsp:cNvSpPr/>
      </dsp:nvSpPr>
      <dsp:spPr>
        <a:xfrm>
          <a:off x="8068463" y="587032"/>
          <a:ext cx="2444055" cy="1466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Suport tècnic als usuaris</a:t>
          </a:r>
          <a:endParaRPr lang="en-US" sz="2900" kern="1200"/>
        </a:p>
      </dsp:txBody>
      <dsp:txXfrm>
        <a:off x="8068463" y="587032"/>
        <a:ext cx="2444055" cy="1466433"/>
      </dsp:txXfrm>
    </dsp:sp>
    <dsp:sp modelId="{9AA75D4A-197F-44ED-8B7A-74A5B1A7060C}">
      <dsp:nvSpPr>
        <dsp:cNvPr id="0" name=""/>
        <dsp:cNvSpPr/>
      </dsp:nvSpPr>
      <dsp:spPr>
        <a:xfrm>
          <a:off x="3080" y="2297871"/>
          <a:ext cx="2444055" cy="1466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b="1" kern="1200"/>
            <a:t>Problemes</a:t>
          </a:r>
          <a:endParaRPr lang="en-US" sz="2900" kern="1200"/>
        </a:p>
      </dsp:txBody>
      <dsp:txXfrm>
        <a:off x="3080" y="2297871"/>
        <a:ext cx="2444055" cy="1466433"/>
      </dsp:txXfrm>
    </dsp:sp>
    <dsp:sp modelId="{AA0CBC6E-30AA-46DF-8348-5ECA81A065E2}">
      <dsp:nvSpPr>
        <dsp:cNvPr id="0" name=""/>
        <dsp:cNvSpPr/>
      </dsp:nvSpPr>
      <dsp:spPr>
        <a:xfrm>
          <a:off x="2691541" y="2297871"/>
          <a:ext cx="2444055" cy="1466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Errors humans</a:t>
          </a:r>
          <a:endParaRPr lang="en-US" sz="2900" kern="1200"/>
        </a:p>
      </dsp:txBody>
      <dsp:txXfrm>
        <a:off x="2691541" y="2297871"/>
        <a:ext cx="2444055" cy="1466433"/>
      </dsp:txXfrm>
    </dsp:sp>
    <dsp:sp modelId="{D752136D-A320-4B0D-9015-A4BB5ABBA10E}">
      <dsp:nvSpPr>
        <dsp:cNvPr id="0" name=""/>
        <dsp:cNvSpPr/>
      </dsp:nvSpPr>
      <dsp:spPr>
        <a:xfrm>
          <a:off x="5380002" y="2297871"/>
          <a:ext cx="2444055" cy="1466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Fallades inesperades</a:t>
          </a:r>
          <a:endParaRPr lang="en-US" sz="2900" kern="1200"/>
        </a:p>
      </dsp:txBody>
      <dsp:txXfrm>
        <a:off x="5380002" y="2297871"/>
        <a:ext cx="2444055" cy="1466433"/>
      </dsp:txXfrm>
    </dsp:sp>
    <dsp:sp modelId="{60273E4D-D29F-44A7-BC79-FA4AEF26B7D7}">
      <dsp:nvSpPr>
        <dsp:cNvPr id="0" name=""/>
        <dsp:cNvSpPr/>
      </dsp:nvSpPr>
      <dsp:spPr>
        <a:xfrm>
          <a:off x="8068463" y="2297871"/>
          <a:ext cx="2444055" cy="14664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Riscos de seguretat</a:t>
          </a:r>
          <a:endParaRPr lang="en-US" sz="2900" kern="1200"/>
        </a:p>
      </dsp:txBody>
      <dsp:txXfrm>
        <a:off x="8068463" y="2297871"/>
        <a:ext cx="2444055" cy="14664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B15904-35F6-4D0A-BC29-841A9F9A84C1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9290D0-A448-480E-A3C2-FFC327167C6E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0" i="0" kern="1200" baseline="0"/>
            <a:t>Internet de les Coses (IoT)</a:t>
          </a:r>
          <a:endParaRPr lang="en-US" sz="2300" kern="1200"/>
        </a:p>
      </dsp:txBody>
      <dsp:txXfrm>
        <a:off x="417971" y="2644140"/>
        <a:ext cx="2889450" cy="720000"/>
      </dsp:txXfrm>
    </dsp:sp>
    <dsp:sp modelId="{4C5CAF78-A8AD-40E9-A7EE-809CFAC58477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45A9E8-3C56-4D4C-9E5F-8BDA2F0F6294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0" i="0" kern="1200" baseline="0"/>
            <a:t>Big Data</a:t>
          </a:r>
          <a:endParaRPr lang="en-US" sz="2300" kern="1200"/>
        </a:p>
      </dsp:txBody>
      <dsp:txXfrm>
        <a:off x="3813075" y="2644140"/>
        <a:ext cx="2889450" cy="720000"/>
      </dsp:txXfrm>
    </dsp:sp>
    <dsp:sp modelId="{43F4F9DA-8C9E-4821-834D-1397DD9EC8F6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B4B7A8-668E-42A2-855B-67B190B664F8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0" i="0" kern="1200" baseline="0"/>
            <a:t>Intel·ligència Artificial (IA)</a:t>
          </a:r>
          <a:endParaRPr lang="en-US" sz="2300" kern="1200"/>
        </a:p>
      </dsp:txBody>
      <dsp:txXfrm>
        <a:off x="7208178" y="2644140"/>
        <a:ext cx="28894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67BF72-F1C2-447B-AA1E-C71FA66B53EF}">
      <dsp:nvSpPr>
        <dsp:cNvPr id="0" name=""/>
        <dsp:cNvSpPr/>
      </dsp:nvSpPr>
      <dsp:spPr>
        <a:xfrm>
          <a:off x="0" y="626004"/>
          <a:ext cx="10515600" cy="95823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900" b="0" i="0" kern="1200" baseline="0"/>
            <a:t>Dispositius amb sensors connectats a la xarxa</a:t>
          </a:r>
          <a:endParaRPr lang="en-US" sz="3900" kern="1200"/>
        </a:p>
      </dsp:txBody>
      <dsp:txXfrm>
        <a:off x="46777" y="672781"/>
        <a:ext cx="10422046" cy="864676"/>
      </dsp:txXfrm>
    </dsp:sp>
    <dsp:sp modelId="{6AE39921-8563-475C-9791-1A66C80AF1C4}">
      <dsp:nvSpPr>
        <dsp:cNvPr id="0" name=""/>
        <dsp:cNvSpPr/>
      </dsp:nvSpPr>
      <dsp:spPr>
        <a:xfrm>
          <a:off x="0" y="1696554"/>
          <a:ext cx="10515600" cy="95823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900" b="0" i="0" kern="1200" baseline="0"/>
            <a:t>Recullen dades en temps real</a:t>
          </a:r>
          <a:endParaRPr lang="en-US" sz="3900" kern="1200"/>
        </a:p>
      </dsp:txBody>
      <dsp:txXfrm>
        <a:off x="46777" y="1743331"/>
        <a:ext cx="10422046" cy="864676"/>
      </dsp:txXfrm>
    </dsp:sp>
    <dsp:sp modelId="{90EE6BF9-B6C0-41CC-9331-5A11BA20FA4E}">
      <dsp:nvSpPr>
        <dsp:cNvPr id="0" name=""/>
        <dsp:cNvSpPr/>
      </dsp:nvSpPr>
      <dsp:spPr>
        <a:xfrm>
          <a:off x="0" y="2767104"/>
          <a:ext cx="10515600" cy="95823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900" b="0" i="0" kern="1200" baseline="0"/>
            <a:t>Control de temperatura i estat dels servidors</a:t>
          </a:r>
          <a:endParaRPr lang="en-US" sz="3900" kern="1200"/>
        </a:p>
      </dsp:txBody>
      <dsp:txXfrm>
        <a:off x="46777" y="2813881"/>
        <a:ext cx="10422046" cy="8646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E82E16-1B02-4787-9554-3ADC3669640C}">
      <dsp:nvSpPr>
        <dsp:cNvPr id="0" name=""/>
        <dsp:cNvSpPr/>
      </dsp:nvSpPr>
      <dsp:spPr>
        <a:xfrm>
          <a:off x="0" y="427328"/>
          <a:ext cx="10515600" cy="10810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400" b="0" i="0" kern="1200" baseline="0"/>
            <a:t>Emmagatzema grans quantitats de dades</a:t>
          </a:r>
          <a:endParaRPr lang="en-US" sz="4400" kern="1200"/>
        </a:p>
      </dsp:txBody>
      <dsp:txXfrm>
        <a:off x="52774" y="480102"/>
        <a:ext cx="10410052" cy="975532"/>
      </dsp:txXfrm>
    </dsp:sp>
    <dsp:sp modelId="{652E58D8-C470-47B1-8CDD-99BE8652E65E}">
      <dsp:nvSpPr>
        <dsp:cNvPr id="0" name=""/>
        <dsp:cNvSpPr/>
      </dsp:nvSpPr>
      <dsp:spPr>
        <a:xfrm>
          <a:off x="0" y="1635129"/>
          <a:ext cx="10515600" cy="108108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400" b="0" i="0" kern="1200" baseline="0"/>
            <a:t>Analitza informació dels sistemes</a:t>
          </a:r>
          <a:endParaRPr lang="en-US" sz="4400" kern="1200"/>
        </a:p>
      </dsp:txBody>
      <dsp:txXfrm>
        <a:off x="52774" y="1687903"/>
        <a:ext cx="10410052" cy="975532"/>
      </dsp:txXfrm>
    </dsp:sp>
    <dsp:sp modelId="{34C0A659-6431-4A03-B9C5-0F8F6F5D2569}">
      <dsp:nvSpPr>
        <dsp:cNvPr id="0" name=""/>
        <dsp:cNvSpPr/>
      </dsp:nvSpPr>
      <dsp:spPr>
        <a:xfrm>
          <a:off x="0" y="2842929"/>
          <a:ext cx="10515600" cy="108108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400" b="0" i="0" kern="1200" baseline="0"/>
            <a:t>Ajuda a detectar errors i patrons</a:t>
          </a:r>
          <a:endParaRPr lang="en-US" sz="4400" kern="1200"/>
        </a:p>
      </dsp:txBody>
      <dsp:txXfrm>
        <a:off x="52774" y="2895703"/>
        <a:ext cx="10410052" cy="9755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B0FE23-9050-4B31-A42C-EBE9ADDDEF29}">
      <dsp:nvSpPr>
        <dsp:cNvPr id="0" name=""/>
        <dsp:cNvSpPr/>
      </dsp:nvSpPr>
      <dsp:spPr>
        <a:xfrm>
          <a:off x="0" y="29978"/>
          <a:ext cx="10515600" cy="13267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5400" b="0" i="0" kern="1200" baseline="0"/>
            <a:t>Analitza les dades obtingudes</a:t>
          </a:r>
          <a:endParaRPr lang="en-US" sz="5400" kern="1200"/>
        </a:p>
      </dsp:txBody>
      <dsp:txXfrm>
        <a:off x="64768" y="94746"/>
        <a:ext cx="10386064" cy="1197243"/>
      </dsp:txXfrm>
    </dsp:sp>
    <dsp:sp modelId="{AA567DFA-B858-4EA2-B591-A87E0FB7C4C0}">
      <dsp:nvSpPr>
        <dsp:cNvPr id="0" name=""/>
        <dsp:cNvSpPr/>
      </dsp:nvSpPr>
      <dsp:spPr>
        <a:xfrm>
          <a:off x="0" y="1512278"/>
          <a:ext cx="10515600" cy="1326779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5400" b="0" i="0" kern="1200" baseline="0"/>
            <a:t>Pren decisions automàtiques</a:t>
          </a:r>
          <a:endParaRPr lang="en-US" sz="5400" kern="1200"/>
        </a:p>
      </dsp:txBody>
      <dsp:txXfrm>
        <a:off x="64768" y="1577046"/>
        <a:ext cx="10386064" cy="1197243"/>
      </dsp:txXfrm>
    </dsp:sp>
    <dsp:sp modelId="{C620ED80-3097-4354-8716-8AB89F16E9BF}">
      <dsp:nvSpPr>
        <dsp:cNvPr id="0" name=""/>
        <dsp:cNvSpPr/>
      </dsp:nvSpPr>
      <dsp:spPr>
        <a:xfrm>
          <a:off x="0" y="2994579"/>
          <a:ext cx="10515600" cy="1326779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5400" b="0" i="0" kern="1200" baseline="0"/>
            <a:t>Prediu fallades i detecta atacs</a:t>
          </a:r>
          <a:endParaRPr lang="en-US" sz="5400" kern="1200"/>
        </a:p>
      </dsp:txBody>
      <dsp:txXfrm>
        <a:off x="64768" y="3059347"/>
        <a:ext cx="10386064" cy="119724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11AC2A-FD28-4549-AE77-09EF6B3EE747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2325D6-647B-47B5-A957-E94014915766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1AF52F-3C3F-4DB5-8B97-A14FE97A906A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0" i="0" kern="1200" baseline="0"/>
            <a:t>IoT recull dades</a:t>
          </a:r>
          <a:endParaRPr lang="en-US" sz="2100" kern="1200"/>
        </a:p>
      </dsp:txBody>
      <dsp:txXfrm>
        <a:off x="1339618" y="2288"/>
        <a:ext cx="5024605" cy="1159843"/>
      </dsp:txXfrm>
    </dsp:sp>
    <dsp:sp modelId="{26C4B57A-873E-4C32-A94C-A293DD14DBE5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58D517-A2C4-4CFA-9CCD-65371AC8A3F4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63EA77-4B06-46E6-A737-40848934B656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0" i="0" kern="1200" baseline="0"/>
            <a:t>Big Data les processa</a:t>
          </a:r>
          <a:endParaRPr lang="en-US" sz="2100" kern="1200"/>
        </a:p>
      </dsp:txBody>
      <dsp:txXfrm>
        <a:off x="1339618" y="1452092"/>
        <a:ext cx="5024605" cy="1159843"/>
      </dsp:txXfrm>
    </dsp:sp>
    <dsp:sp modelId="{6A013127-D8F4-49FE-9BB8-A87D2FDBEF41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575EF6-E5FC-4A3B-ADEC-AAC3818316F5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2473D8-C960-45CA-931D-7ED639CFC144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0" i="0" kern="1200" baseline="0"/>
            <a:t>IA pren decisions</a:t>
          </a:r>
          <a:endParaRPr lang="en-US" sz="2100" kern="1200"/>
        </a:p>
      </dsp:txBody>
      <dsp:txXfrm>
        <a:off x="1339618" y="2901896"/>
        <a:ext cx="5024605" cy="1159843"/>
      </dsp:txXfrm>
    </dsp:sp>
    <dsp:sp modelId="{D691E438-0E27-47DB-A87D-6ECA0E948158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A8F2FF-DFEE-4CEB-AF8C-9E970B4023C2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7A6EDA-0BAA-46BD-BEB5-D75C8DE8793E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1" kern="1200"/>
            <a:t>Flux:</a:t>
          </a:r>
          <a:br>
            <a:rPr lang="es-ES" sz="2100" kern="1200"/>
          </a:br>
          <a:r>
            <a:rPr lang="es-ES" sz="2100" kern="1200"/>
            <a:t>IoT → Dades → Big Data → IA → Millora del sistema</a:t>
          </a:r>
          <a:endParaRPr lang="en-US" sz="2100" kern="1200"/>
        </a:p>
      </dsp:txBody>
      <dsp:txXfrm>
        <a:off x="1339618" y="4351700"/>
        <a:ext cx="5024605" cy="115984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56B498-117D-43C8-8F70-3A2636BA7334}">
      <dsp:nvSpPr>
        <dsp:cNvPr id="0" name=""/>
        <dsp:cNvSpPr/>
      </dsp:nvSpPr>
      <dsp:spPr>
        <a:xfrm>
          <a:off x="0" y="832356"/>
          <a:ext cx="6364224" cy="8845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b="1" kern="1200"/>
            <a:t>Control de servidors</a:t>
          </a:r>
          <a:endParaRPr lang="en-US" sz="3600" kern="1200"/>
        </a:p>
      </dsp:txBody>
      <dsp:txXfrm>
        <a:off x="43179" y="875535"/>
        <a:ext cx="6277866" cy="798162"/>
      </dsp:txXfrm>
    </dsp:sp>
    <dsp:sp modelId="{BC8A4894-58F9-4DDB-A0FA-0480B4874969}">
      <dsp:nvSpPr>
        <dsp:cNvPr id="0" name=""/>
        <dsp:cNvSpPr/>
      </dsp:nvSpPr>
      <dsp:spPr>
        <a:xfrm>
          <a:off x="0" y="1820556"/>
          <a:ext cx="6364224" cy="88452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/>
            <a:t>Sensors detecten temperatura</a:t>
          </a:r>
          <a:endParaRPr lang="en-US" sz="3600" kern="1200"/>
        </a:p>
      </dsp:txBody>
      <dsp:txXfrm>
        <a:off x="43179" y="1863735"/>
        <a:ext cx="6277866" cy="798162"/>
      </dsp:txXfrm>
    </dsp:sp>
    <dsp:sp modelId="{F59AC43B-8AF3-440E-8FB7-3CFEC4EA033A}">
      <dsp:nvSpPr>
        <dsp:cNvPr id="0" name=""/>
        <dsp:cNvSpPr/>
      </dsp:nvSpPr>
      <dsp:spPr>
        <a:xfrm>
          <a:off x="0" y="2808756"/>
          <a:ext cx="6364224" cy="88452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/>
            <a:t>Avisos abans d’una avaria</a:t>
          </a:r>
          <a:endParaRPr lang="en-US" sz="3600" kern="1200"/>
        </a:p>
      </dsp:txBody>
      <dsp:txXfrm>
        <a:off x="43179" y="2851935"/>
        <a:ext cx="6277866" cy="798162"/>
      </dsp:txXfrm>
    </dsp:sp>
    <dsp:sp modelId="{AA9F4700-D7C3-496D-A5F6-1CFBA277A690}">
      <dsp:nvSpPr>
        <dsp:cNvPr id="0" name=""/>
        <dsp:cNvSpPr/>
      </dsp:nvSpPr>
      <dsp:spPr>
        <a:xfrm>
          <a:off x="0" y="3796956"/>
          <a:ext cx="6364224" cy="88452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/>
            <a:t>Menys fallades</a:t>
          </a:r>
          <a:endParaRPr lang="en-US" sz="3600" kern="1200"/>
        </a:p>
      </dsp:txBody>
      <dsp:txXfrm>
        <a:off x="43179" y="3840135"/>
        <a:ext cx="6277866" cy="79816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9FD8BC-5D25-4BCB-AFEF-68AD69BEE49E}">
      <dsp:nvSpPr>
        <dsp:cNvPr id="0" name=""/>
        <dsp:cNvSpPr/>
      </dsp:nvSpPr>
      <dsp:spPr>
        <a:xfrm>
          <a:off x="0" y="565056"/>
          <a:ext cx="6364224" cy="10073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100" b="1" kern="1200"/>
            <a:t>Seguretat informàtica</a:t>
          </a:r>
          <a:endParaRPr lang="en-US" sz="4100" kern="1200"/>
        </a:p>
      </dsp:txBody>
      <dsp:txXfrm>
        <a:off x="49176" y="614232"/>
        <a:ext cx="6265872" cy="909018"/>
      </dsp:txXfrm>
    </dsp:sp>
    <dsp:sp modelId="{AD10F886-B2C0-40DD-BCA5-F13314870BAA}">
      <dsp:nvSpPr>
        <dsp:cNvPr id="0" name=""/>
        <dsp:cNvSpPr/>
      </dsp:nvSpPr>
      <dsp:spPr>
        <a:xfrm>
          <a:off x="0" y="1690506"/>
          <a:ext cx="6364224" cy="100737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100" kern="1200"/>
            <a:t>Anàlisi del trànsit de xarxa</a:t>
          </a:r>
          <a:endParaRPr lang="en-US" sz="4100" kern="1200"/>
        </a:p>
      </dsp:txBody>
      <dsp:txXfrm>
        <a:off x="49176" y="1739682"/>
        <a:ext cx="6265872" cy="909018"/>
      </dsp:txXfrm>
    </dsp:sp>
    <dsp:sp modelId="{E3CA625E-3327-4D1E-B8D7-03084A5DAA8C}">
      <dsp:nvSpPr>
        <dsp:cNvPr id="0" name=""/>
        <dsp:cNvSpPr/>
      </dsp:nvSpPr>
      <dsp:spPr>
        <a:xfrm>
          <a:off x="0" y="2815956"/>
          <a:ext cx="6364224" cy="100737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100" kern="1200"/>
            <a:t>Detecció d’atacs</a:t>
          </a:r>
          <a:endParaRPr lang="en-US" sz="4100" kern="1200"/>
        </a:p>
      </dsp:txBody>
      <dsp:txXfrm>
        <a:off x="49176" y="2865132"/>
        <a:ext cx="6265872" cy="909018"/>
      </dsp:txXfrm>
    </dsp:sp>
    <dsp:sp modelId="{E12F4F12-10FC-48B0-846F-693253A0004D}">
      <dsp:nvSpPr>
        <dsp:cNvPr id="0" name=""/>
        <dsp:cNvSpPr/>
      </dsp:nvSpPr>
      <dsp:spPr>
        <a:xfrm>
          <a:off x="0" y="3941406"/>
          <a:ext cx="6364224" cy="100737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100" kern="1200"/>
            <a:t>Protecció de dades</a:t>
          </a:r>
          <a:endParaRPr lang="en-US" sz="4100" kern="1200"/>
        </a:p>
      </dsp:txBody>
      <dsp:txXfrm>
        <a:off x="49176" y="3990582"/>
        <a:ext cx="6265872" cy="90901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B21BB3-5E21-47EE-9F8C-E953DB36ECC6}">
      <dsp:nvSpPr>
        <dsp:cNvPr id="0" name=""/>
        <dsp:cNvSpPr/>
      </dsp:nvSpPr>
      <dsp:spPr>
        <a:xfrm>
          <a:off x="0" y="939276"/>
          <a:ext cx="6364224" cy="8353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b="1" kern="1200"/>
            <a:t>Manteniment predictiu</a:t>
          </a:r>
          <a:endParaRPr lang="en-US" sz="3400" kern="1200"/>
        </a:p>
      </dsp:txBody>
      <dsp:txXfrm>
        <a:off x="40780" y="980056"/>
        <a:ext cx="6282664" cy="753820"/>
      </dsp:txXfrm>
    </dsp:sp>
    <dsp:sp modelId="{EACA62DE-ABA8-4F05-88AB-C4B36B3A48CD}">
      <dsp:nvSpPr>
        <dsp:cNvPr id="0" name=""/>
        <dsp:cNvSpPr/>
      </dsp:nvSpPr>
      <dsp:spPr>
        <a:xfrm>
          <a:off x="0" y="1872576"/>
          <a:ext cx="6364224" cy="83538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Predicció d’errors</a:t>
          </a:r>
          <a:endParaRPr lang="en-US" sz="3400" kern="1200"/>
        </a:p>
      </dsp:txBody>
      <dsp:txXfrm>
        <a:off x="40780" y="1913356"/>
        <a:ext cx="6282664" cy="753820"/>
      </dsp:txXfrm>
    </dsp:sp>
    <dsp:sp modelId="{A8A4EF84-336F-4B05-96F8-DA3783EC265C}">
      <dsp:nvSpPr>
        <dsp:cNvPr id="0" name=""/>
        <dsp:cNvSpPr/>
      </dsp:nvSpPr>
      <dsp:spPr>
        <a:xfrm>
          <a:off x="0" y="2805876"/>
          <a:ext cx="6364224" cy="83538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Reparacions abans de la fallada</a:t>
          </a:r>
          <a:endParaRPr lang="en-US" sz="3400" kern="1200"/>
        </a:p>
      </dsp:txBody>
      <dsp:txXfrm>
        <a:off x="40780" y="2846656"/>
        <a:ext cx="6282664" cy="753820"/>
      </dsp:txXfrm>
    </dsp:sp>
    <dsp:sp modelId="{B101C942-3E26-4A5F-A496-4B8980AE4691}">
      <dsp:nvSpPr>
        <dsp:cNvPr id="0" name=""/>
        <dsp:cNvSpPr/>
      </dsp:nvSpPr>
      <dsp:spPr>
        <a:xfrm>
          <a:off x="0" y="3739176"/>
          <a:ext cx="6364224" cy="83538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Estalvi de temps i diners</a:t>
          </a:r>
          <a:endParaRPr lang="en-US" sz="3400" kern="1200"/>
        </a:p>
      </dsp:txBody>
      <dsp:txXfrm>
        <a:off x="40780" y="3779956"/>
        <a:ext cx="6282664" cy="75382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081596-6751-44DD-8C16-6E7E19CD95DF}">
      <dsp:nvSpPr>
        <dsp:cNvPr id="0" name=""/>
        <dsp:cNvSpPr/>
      </dsp:nvSpPr>
      <dsp:spPr>
        <a:xfrm>
          <a:off x="0" y="0"/>
          <a:ext cx="68305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12027C-6FE3-439C-B735-7392D126B373}">
      <dsp:nvSpPr>
        <dsp:cNvPr id="0" name=""/>
        <dsp:cNvSpPr/>
      </dsp:nvSpPr>
      <dsp:spPr>
        <a:xfrm>
          <a:off x="0" y="0"/>
          <a:ext cx="6830568" cy="680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b="1" kern="1200" dirty="0" err="1"/>
            <a:t>Avantatges</a:t>
          </a:r>
          <a:endParaRPr lang="en-US" sz="3100" kern="1200" dirty="0"/>
        </a:p>
      </dsp:txBody>
      <dsp:txXfrm>
        <a:off x="0" y="0"/>
        <a:ext cx="6830568" cy="680085"/>
      </dsp:txXfrm>
    </dsp:sp>
    <dsp:sp modelId="{806AB468-E05B-4F99-AC07-8EFBD6292A8A}">
      <dsp:nvSpPr>
        <dsp:cNvPr id="0" name=""/>
        <dsp:cNvSpPr/>
      </dsp:nvSpPr>
      <dsp:spPr>
        <a:xfrm>
          <a:off x="0" y="680085"/>
          <a:ext cx="68305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C9C8D6-D2E2-4598-91F4-1FF16EEDD8FE}">
      <dsp:nvSpPr>
        <dsp:cNvPr id="0" name=""/>
        <dsp:cNvSpPr/>
      </dsp:nvSpPr>
      <dsp:spPr>
        <a:xfrm>
          <a:off x="0" y="680085"/>
          <a:ext cx="6830568" cy="680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Més productivitat</a:t>
          </a:r>
          <a:endParaRPr lang="en-US" sz="3100" kern="1200"/>
        </a:p>
      </dsp:txBody>
      <dsp:txXfrm>
        <a:off x="0" y="680085"/>
        <a:ext cx="6830568" cy="680085"/>
      </dsp:txXfrm>
    </dsp:sp>
    <dsp:sp modelId="{1BCE7F8C-B5E4-4865-A466-1BC675465C25}">
      <dsp:nvSpPr>
        <dsp:cNvPr id="0" name=""/>
        <dsp:cNvSpPr/>
      </dsp:nvSpPr>
      <dsp:spPr>
        <a:xfrm>
          <a:off x="0" y="1360170"/>
          <a:ext cx="68305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F21B44-FAC1-412D-A4C1-7D622211A608}">
      <dsp:nvSpPr>
        <dsp:cNvPr id="0" name=""/>
        <dsp:cNvSpPr/>
      </dsp:nvSpPr>
      <dsp:spPr>
        <a:xfrm>
          <a:off x="0" y="1360170"/>
          <a:ext cx="6830568" cy="680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Menys errors</a:t>
          </a:r>
          <a:endParaRPr lang="en-US" sz="3100" kern="1200"/>
        </a:p>
      </dsp:txBody>
      <dsp:txXfrm>
        <a:off x="0" y="1360170"/>
        <a:ext cx="6830568" cy="680085"/>
      </dsp:txXfrm>
    </dsp:sp>
    <dsp:sp modelId="{65757DB6-35CC-4460-B4C2-CFBC7F92F16D}">
      <dsp:nvSpPr>
        <dsp:cNvPr id="0" name=""/>
        <dsp:cNvSpPr/>
      </dsp:nvSpPr>
      <dsp:spPr>
        <a:xfrm>
          <a:off x="0" y="2040254"/>
          <a:ext cx="68305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19BF7E-ACA1-4EC2-88B7-481EBA4F4A02}">
      <dsp:nvSpPr>
        <dsp:cNvPr id="0" name=""/>
        <dsp:cNvSpPr/>
      </dsp:nvSpPr>
      <dsp:spPr>
        <a:xfrm>
          <a:off x="0" y="2040255"/>
          <a:ext cx="6830568" cy="680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Millor seguretat</a:t>
          </a:r>
          <a:endParaRPr lang="en-US" sz="3100" kern="1200"/>
        </a:p>
      </dsp:txBody>
      <dsp:txXfrm>
        <a:off x="0" y="2040255"/>
        <a:ext cx="6830568" cy="680085"/>
      </dsp:txXfrm>
    </dsp:sp>
    <dsp:sp modelId="{B7B04237-8A21-409C-8106-5AE1B63EA89E}">
      <dsp:nvSpPr>
        <dsp:cNvPr id="0" name=""/>
        <dsp:cNvSpPr/>
      </dsp:nvSpPr>
      <dsp:spPr>
        <a:xfrm>
          <a:off x="0" y="2720340"/>
          <a:ext cx="68305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4355D7-F7CC-417F-B7BF-693313EF3601}">
      <dsp:nvSpPr>
        <dsp:cNvPr id="0" name=""/>
        <dsp:cNvSpPr/>
      </dsp:nvSpPr>
      <dsp:spPr>
        <a:xfrm>
          <a:off x="0" y="2720340"/>
          <a:ext cx="6830568" cy="680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b="1" kern="1200" dirty="0"/>
            <a:t>Riscos</a:t>
          </a:r>
          <a:endParaRPr lang="en-US" sz="3100" kern="1200" dirty="0"/>
        </a:p>
      </dsp:txBody>
      <dsp:txXfrm>
        <a:off x="0" y="2720340"/>
        <a:ext cx="6830568" cy="680085"/>
      </dsp:txXfrm>
    </dsp:sp>
    <dsp:sp modelId="{03C1C41D-0C00-4818-A415-0A2E5F313C74}">
      <dsp:nvSpPr>
        <dsp:cNvPr id="0" name=""/>
        <dsp:cNvSpPr/>
      </dsp:nvSpPr>
      <dsp:spPr>
        <a:xfrm>
          <a:off x="0" y="3400424"/>
          <a:ext cx="68305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64FF58-A4A6-4E1C-84FE-F5CDA0F53945}">
      <dsp:nvSpPr>
        <dsp:cNvPr id="0" name=""/>
        <dsp:cNvSpPr/>
      </dsp:nvSpPr>
      <dsp:spPr>
        <a:xfrm>
          <a:off x="0" y="3400425"/>
          <a:ext cx="6830568" cy="680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Cost elevat</a:t>
          </a:r>
          <a:endParaRPr lang="en-US" sz="3100" kern="1200"/>
        </a:p>
      </dsp:txBody>
      <dsp:txXfrm>
        <a:off x="0" y="3400425"/>
        <a:ext cx="6830568" cy="680085"/>
      </dsp:txXfrm>
    </dsp:sp>
    <dsp:sp modelId="{C88D1EAD-A810-4DE3-AE16-4E17BFDE8F68}">
      <dsp:nvSpPr>
        <dsp:cNvPr id="0" name=""/>
        <dsp:cNvSpPr/>
      </dsp:nvSpPr>
      <dsp:spPr>
        <a:xfrm>
          <a:off x="0" y="4080509"/>
          <a:ext cx="68305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8C5811-9C1E-4CDF-8BD9-DF2EE78EFDF8}">
      <dsp:nvSpPr>
        <dsp:cNvPr id="0" name=""/>
        <dsp:cNvSpPr/>
      </dsp:nvSpPr>
      <dsp:spPr>
        <a:xfrm>
          <a:off x="0" y="4080510"/>
          <a:ext cx="6830568" cy="680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Dependència tecnològica</a:t>
          </a:r>
          <a:endParaRPr lang="en-US" sz="3100" kern="1200"/>
        </a:p>
      </dsp:txBody>
      <dsp:txXfrm>
        <a:off x="0" y="4080510"/>
        <a:ext cx="6830568" cy="680085"/>
      </dsp:txXfrm>
    </dsp:sp>
    <dsp:sp modelId="{207F2B19-C1E9-4D60-B3B4-E087E9B5116F}">
      <dsp:nvSpPr>
        <dsp:cNvPr id="0" name=""/>
        <dsp:cNvSpPr/>
      </dsp:nvSpPr>
      <dsp:spPr>
        <a:xfrm>
          <a:off x="0" y="4760594"/>
          <a:ext cx="683056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619E2E-B287-4D0B-8686-F29249E7AC18}">
      <dsp:nvSpPr>
        <dsp:cNvPr id="0" name=""/>
        <dsp:cNvSpPr/>
      </dsp:nvSpPr>
      <dsp:spPr>
        <a:xfrm>
          <a:off x="0" y="4760594"/>
          <a:ext cx="6830568" cy="680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Privacitat de dades</a:t>
          </a:r>
          <a:endParaRPr lang="en-US" sz="3100" kern="1200"/>
        </a:p>
      </dsp:txBody>
      <dsp:txXfrm>
        <a:off x="0" y="4760594"/>
        <a:ext cx="6830568" cy="6800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96544-D96B-5241-BA68-F13944AEFA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F6C10F-9489-2469-397F-74430E881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5B9E69-2959-4316-CC3D-62A7368BC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BF563-893F-407E-BCA7-CBFAF6CAAEA7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BAD358-DAF9-DF1C-C4BC-7938400D3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C661BA-5753-BE1E-0EBA-D2AC9F958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7350-E787-48C0-B45E-847727AC5C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3704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CD14A3-B975-DE17-A4EC-285C5B6BC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27FEFB-7405-DCAB-980D-2F96F4712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34C13B-DB97-EF3E-76D2-48AB18EF1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BF563-893F-407E-BCA7-CBFAF6CAAEA7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7545EB-AFC9-B448-A06A-49A570F85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922183-940F-1A93-3091-24AC23C93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7350-E787-48C0-B45E-847727AC5C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1602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5E83F-5BA4-2EA0-CC9C-B3E9F3A81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A9AABC-AE8E-D4E7-1D7E-AC0EC03FD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D6E195-928D-6914-33A1-1AA676F7B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BF563-893F-407E-BCA7-CBFAF6CAAEA7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C5396A-2B5A-790F-9A75-118AF9D36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33FC75-188A-61AD-5430-437E1ED1F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7350-E787-48C0-B45E-847727AC5C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9715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52DBCD-C75E-C6E9-3776-BB1E3A333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998680-23F4-9EF3-98ED-17BCA28463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88BCA63-D78C-34DA-E3F8-497C31E2F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F391FFE-D0C4-1170-DA43-B884BA3E4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BF563-893F-407E-BCA7-CBFAF6CAAEA7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7759AE9-0434-6678-9DF8-853FF573F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535CCED-57D4-1E72-5A78-424678EAC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7350-E787-48C0-B45E-847727AC5C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0639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394BB5-C418-107D-120A-8F7843CB5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FDF3E1-0B86-120F-0146-BDF6D2A59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F4CDEB-8B43-F094-DBA7-A3C7C4DDE4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4D0541-34FC-287D-D9FC-B73303903A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055702B-E2B7-C26D-F51C-2BC8B03F59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B33D9F0-0E34-4D36-8636-AC79DDDBD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BF563-893F-407E-BCA7-CBFAF6CAAEA7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405D763-8F4F-CD97-A2B8-18B46846E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3AEEEA0-CB23-B56E-3349-092642B69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7350-E787-48C0-B45E-847727AC5C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4577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2FC8D-9508-2176-B806-2200D153A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7A2445-7EB5-288B-5CE6-9EC8277D6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BF563-893F-407E-BCA7-CBFAF6CAAEA7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32EDEBD-0544-CEE7-87B2-D17BE6A39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79CFFD7-E49F-8015-DF15-F6F9CE340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7350-E787-48C0-B45E-847727AC5C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2158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6BFF45B-F1FB-D244-21AC-E873B3675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BF563-893F-407E-BCA7-CBFAF6CAAEA7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79DF292-8486-F17B-F22A-071EA1BFC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1EE41C-368B-746E-FBDA-E5EE2F309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7350-E787-48C0-B45E-847727AC5C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9870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3D63B8-CF55-8092-8813-BD618DEA2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6C10D4-F682-BC1E-647F-BEC115AC9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8203D2A-AEAD-B470-65AD-ADF1F7458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98F945-B3D5-50B8-1F0E-7CE448B50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BF563-893F-407E-BCA7-CBFAF6CAAEA7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9A558C-18FE-DC01-E5BD-FA7BACBAD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FB74B8F-7327-A801-1953-483BDE318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7350-E787-48C0-B45E-847727AC5C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2715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AE5BC7-F310-5969-2588-8E08B9031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420B187-12B8-E752-EC9E-A049696831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C789CC-8654-28E8-2D17-8F1E7361B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A9A9AD-DE1E-8E64-27B4-E38F89E20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BF563-893F-407E-BCA7-CBFAF6CAAEA7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FD0D54-1761-C508-61B9-C5FE0FBCE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78483B-AFB5-3C0A-F3CD-D30460D3C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7350-E787-48C0-B45E-847727AC5C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4043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F80E2-9553-7306-13A9-89B36EB2D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758152E-EBD1-0F16-39FA-804E48754F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F43D0E-80E9-D0E4-4150-4C33FCCBE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BF563-893F-407E-BCA7-CBFAF6CAAEA7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AF527C-C645-9F9D-B1FE-860DEB38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93FB96-ECEB-FCD7-D494-027B8578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7350-E787-48C0-B45E-847727AC5C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5803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C6670A-BB90-A5FA-5BD6-0D5BED1756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21EF535-BA0B-680E-AAE2-3AB4B5218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E19ED7-5FA5-DD9B-B391-096128E3D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BF563-893F-407E-BCA7-CBFAF6CAAEA7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4006DA-AED9-2F24-CE2C-C31297DE7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CB2F31-B5E0-8728-6696-578652A77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7350-E787-48C0-B45E-847727AC5C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7509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B7F4F3C-F66E-6D63-1B49-01E8A2B71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E623CD-53D3-2AE1-B4E3-0FA392A24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FBD586-BF15-5623-F40B-D251A3984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0BF563-893F-407E-BCA7-CBFAF6CAAEA7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DAA6C4-2FC4-06F7-E1CD-CD1198A872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540268-2C86-5657-235F-337F2BD39F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807350-E787-48C0-B45E-847727AC5C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136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 descr="Diario abierto en espiral dispuesto en un suelo de madera azul">
            <a:extLst>
              <a:ext uri="{FF2B5EF4-FFF2-40B4-BE49-F238E27FC236}">
                <a16:creationId xmlns:a16="http://schemas.microsoft.com/office/drawing/2014/main" id="{B7D1DA18-A486-A7BB-1560-CC1AC344F0B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726" b="1300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5E8752-7026-4081-E2DB-6090DB225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137434"/>
            <a:ext cx="7800660" cy="1520987"/>
          </a:xfrm>
        </p:spPr>
        <p:txBody>
          <a:bodyPr anchor="t">
            <a:normAutofit/>
          </a:bodyPr>
          <a:lstStyle/>
          <a:p>
            <a:pPr algn="l"/>
            <a:r>
              <a:rPr lang="es-ES" sz="4000">
                <a:solidFill>
                  <a:srgbClr val="FFFFFF"/>
                </a:solidFill>
              </a:rPr>
              <a:t>Bloc 4 Fitxa Del Projecte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7A8E75-7FDD-4BA0-C567-94F000CD2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293441"/>
            <a:ext cx="6295332" cy="1588514"/>
          </a:xfrm>
        </p:spPr>
        <p:txBody>
          <a:bodyPr anchor="b">
            <a:normAutofit/>
          </a:bodyPr>
          <a:lstStyle/>
          <a:p>
            <a:pPr algn="l"/>
            <a:r>
              <a:rPr lang="es-ES" sz="1800">
                <a:solidFill>
                  <a:srgbClr val="FFFFFF"/>
                </a:solidFill>
              </a:rPr>
              <a:t>Pol de la Viuda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89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8748D2-4BB2-347C-B4D7-FE77643E2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s-ES" sz="4800"/>
              <a:t>Que es el sector informatic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Rectangle 1">
            <a:extLst>
              <a:ext uri="{FF2B5EF4-FFF2-40B4-BE49-F238E27FC236}">
                <a16:creationId xmlns:a16="http://schemas.microsoft.com/office/drawing/2014/main" id="{610223E0-5CE8-9FC2-2F8A-8A43A310A9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9891212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195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1636BB2D-0BA5-355A-7842-56B95E9E247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1756" b="397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9632C9-CF95-1776-37AE-B09CEDF22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/>
              <a:t>TASQUES I PROBLEMES</a:t>
            </a:r>
          </a:p>
        </p:txBody>
      </p:sp>
      <p:graphicFrame>
        <p:nvGraphicFramePr>
          <p:cNvPr id="33" name="Marcador de contenido 2">
            <a:extLst>
              <a:ext uri="{FF2B5EF4-FFF2-40B4-BE49-F238E27FC236}">
                <a16:creationId xmlns:a16="http://schemas.microsoft.com/office/drawing/2014/main" id="{97F782B0-6C14-7202-04DC-DBB7A5AE1A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077752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4858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AF3575-E398-5042-851B-0BB4C9586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TECNOLOGIES TRIADES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4D76ADA-8B55-7FDB-8F71-65594AB9F99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9751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5A60DB-C23D-5C48-D4CD-89B72B87818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0967" b="476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492FDD-2DC4-0C34-2A43-84DC08861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 err="1"/>
              <a:t>IoT</a:t>
            </a:r>
            <a:endParaRPr lang="es-ES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08EB139-E02A-5DFC-7EB0-1BA0C7D5D3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718041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56677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30B697-F2AD-A860-436D-594137FAFC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127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68227C4-22BA-ECF8-9CFF-DF6355203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BIG DATA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4299295-1D3C-5DCC-0F51-F968372D8E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582877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86810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E62301-DD6B-FC38-B1DC-90F32CE2AA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1232" b="635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21BB3ED-DA51-3740-D215-619F9DCD2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INTEL·LIGÈNCIA ARTIFICIAL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DC4F87E-9D10-C8E3-01A2-BD15BC0B72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817180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26896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F31DA5-9A5E-39C1-C342-1CEA2773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s-ES" sz="4000"/>
              <a:t>INTEGRACIÓ TECNOLÒGICA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3D99B90-5840-A57B-5ED9-14A181634D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4143702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6879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A1DC3E2-7DA6-D881-1C0B-752FDC42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s-ES" sz="4000"/>
              <a:t>CAS PRÀCTIC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D290E08-EA8B-FAD8-5058-F86C19E577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9560066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1932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821CC-1F87-85C3-10C7-18EF7424A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s-ES" sz="4000"/>
              <a:t>CAS PRÀCTIC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735985AD-7E29-DA1C-4684-D54B71F072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2276866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2300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330011E-BBAE-CF94-60F5-A31DCF9B1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s-ES" sz="4000"/>
              <a:t>CAS PRÀCTIC 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7F4A9F7D-2456-8941-B658-32E7760A36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178702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2727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966F68F-6708-9B63-7543-0FF5908F1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507160"/>
            <a:ext cx="2993571" cy="5438730"/>
          </a:xfrm>
        </p:spPr>
        <p:txBody>
          <a:bodyPr>
            <a:normAutofit/>
          </a:bodyPr>
          <a:lstStyle/>
          <a:p>
            <a:r>
              <a:rPr lang="es-ES" sz="3200"/>
              <a:t>AVANTATGES I RISCOS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2874481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4" name="Marcador de contenido 2">
            <a:extLst>
              <a:ext uri="{FF2B5EF4-FFF2-40B4-BE49-F238E27FC236}">
                <a16:creationId xmlns:a16="http://schemas.microsoft.com/office/drawing/2014/main" id="{A89A79ED-A3F1-0848-65DE-AD7E655EC8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1837846"/>
              </p:ext>
            </p:extLst>
          </p:nvPr>
        </p:nvGraphicFramePr>
        <p:xfrm>
          <a:off x="4526280" y="512064"/>
          <a:ext cx="6830568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0083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37EBC07-69A3-20D7-928A-239FA5FF7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/>
              <a:t>Gracias Per la Vostra Atenció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1B9B7A-2661-EFC7-E965-1993FBE53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s-E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3615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226</Words>
  <Application>Microsoft Office PowerPoint</Application>
  <PresentationFormat>Panorámica</PresentationFormat>
  <Paragraphs>60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Tema de Office</vt:lpstr>
      <vt:lpstr>Bloc 4 Fitxa Del Projecte</vt:lpstr>
      <vt:lpstr>Que es el sector informatic</vt:lpstr>
      <vt:lpstr>TASQUES I PROBLEMES</vt:lpstr>
      <vt:lpstr>TECNOLOGIES TRIADES</vt:lpstr>
      <vt:lpstr>IoT</vt:lpstr>
      <vt:lpstr>BIG DATA</vt:lpstr>
      <vt:lpstr>INTEL·LIGÈNCIA ARTIFICIAL</vt:lpstr>
      <vt:lpstr>INTEGRACIÓ TECNOLÒGICA</vt:lpstr>
      <vt:lpstr>CAS PRÀCTIC 1</vt:lpstr>
      <vt:lpstr>CAS PRÀCTIC 2</vt:lpstr>
      <vt:lpstr>CAS PRÀCTIC 3</vt:lpstr>
      <vt:lpstr>AVANTATGES I RISCOS</vt:lpstr>
      <vt:lpstr>Gracias Per la Vostra Atenció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Pol de la Viuda Miralles</dc:creator>
  <cp:lastModifiedBy>Pol de la Viuda Miralles</cp:lastModifiedBy>
  <cp:revision>1</cp:revision>
  <dcterms:created xsi:type="dcterms:W3CDTF">2026-01-12T23:30:55Z</dcterms:created>
  <dcterms:modified xsi:type="dcterms:W3CDTF">2026-01-12T23:43:03Z</dcterms:modified>
</cp:coreProperties>
</file>